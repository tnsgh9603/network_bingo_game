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2" r:id="rId1"/>
  </p:sldMasterIdLst>
  <p:notesMasterIdLst>
    <p:notesMasterId r:id="rId17"/>
  </p:notesMasterIdLst>
  <p:handoutMasterIdLst>
    <p:handoutMasterId r:id="rId18"/>
  </p:handoutMasterIdLst>
  <p:sldIdLst>
    <p:sldId id="256" r:id="rId2"/>
    <p:sldId id="257" r:id="rId3"/>
    <p:sldId id="259" r:id="rId4"/>
    <p:sldId id="261" r:id="rId5"/>
    <p:sldId id="262" r:id="rId6"/>
    <p:sldId id="263" r:id="rId7"/>
    <p:sldId id="273" r:id="rId8"/>
    <p:sldId id="272" r:id="rId9"/>
    <p:sldId id="274" r:id="rId10"/>
    <p:sldId id="266" r:id="rId11"/>
    <p:sldId id="264" r:id="rId12"/>
    <p:sldId id="269" r:id="rId13"/>
    <p:sldId id="270" r:id="rId14"/>
    <p:sldId id="267" r:id="rId15"/>
    <p:sldId id="275" r:id="rId16"/>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1" autoAdjust="0"/>
    <p:restoredTop sz="94660"/>
  </p:normalViewPr>
  <p:slideViewPr>
    <p:cSldViewPr snapToGrid="0" snapToObjects="1">
      <p:cViewPr varScale="1">
        <p:scale>
          <a:sx n="114" d="100"/>
          <a:sy n="114" d="100"/>
        </p:scale>
        <p:origin x="300" y="96"/>
      </p:cViewPr>
      <p:guideLst/>
    </p:cSldViewPr>
  </p:slideViewPr>
  <p:notesTextViewPr>
    <p:cViewPr>
      <p:scale>
        <a:sx n="1" d="1"/>
        <a:sy n="1" d="1"/>
      </p:scale>
      <p:origin x="0" y="0"/>
    </p:cViewPr>
  </p:notesTextViewPr>
  <p:notesViewPr>
    <p:cSldViewPr snapToGrid="0" snapToObjects="1">
      <p:cViewPr varScale="1">
        <p:scale>
          <a:sx n="79" d="100"/>
          <a:sy n="79"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E9214C1-2863-45BA-A7C5-D5EA3C3D4C30}" type="datetimeFigureOut">
              <a:rPr lang="ko-KR" altLang="en-US" smtClean="0"/>
              <a:t>2021-05-31</a:t>
            </a:fld>
            <a:endParaRPr lang="ko-KR" altLang="en-US"/>
          </a:p>
        </p:txBody>
      </p:sp>
      <p:sp>
        <p:nvSpPr>
          <p:cNvPr id="4" name="바닥글 개체 틀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3020B9-F693-4639-BB27-7B1AD87C61AA}" type="slidenum">
              <a:rPr lang="ko-KR" altLang="en-US" smtClean="0"/>
              <a:t>‹#›</a:t>
            </a:fld>
            <a:endParaRPr lang="ko-KR" altLang="en-US"/>
          </a:p>
        </p:txBody>
      </p:sp>
    </p:spTree>
    <p:extLst>
      <p:ext uri="{BB962C8B-B14F-4D97-AF65-F5344CB8AC3E}">
        <p14:creationId xmlns:p14="http://schemas.microsoft.com/office/powerpoint/2010/main" val="28464276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563C85-90F6-445D-9B5B-8ABB00FB3043}" type="datetimeFigureOut">
              <a:rPr lang="ko-KR" altLang="en-US" smtClean="0"/>
              <a:t>2021-05-31</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B16B34-ED2F-4269-81E8-097D50C90279}" type="slidenum">
              <a:rPr lang="ko-KR" altLang="en-US" smtClean="0"/>
              <a:t>‹#›</a:t>
            </a:fld>
            <a:endParaRPr lang="ko-KR" altLang="en-US"/>
          </a:p>
        </p:txBody>
      </p:sp>
    </p:spTree>
    <p:extLst>
      <p:ext uri="{BB962C8B-B14F-4D97-AF65-F5344CB8AC3E}">
        <p14:creationId xmlns:p14="http://schemas.microsoft.com/office/powerpoint/2010/main" val="4308175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20B16B34-ED2F-4269-81E8-097D50C90279}" type="slidenum">
              <a:rPr lang="ko-KR" altLang="en-US" smtClean="0"/>
              <a:t>1</a:t>
            </a:fld>
            <a:endParaRPr lang="ko-KR" altLang="en-US"/>
          </a:p>
        </p:txBody>
      </p:sp>
    </p:spTree>
    <p:extLst>
      <p:ext uri="{BB962C8B-B14F-4D97-AF65-F5344CB8AC3E}">
        <p14:creationId xmlns:p14="http://schemas.microsoft.com/office/powerpoint/2010/main" val="31064566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슬라이드">
    <p:spTree>
      <p:nvGrpSpPr>
        <p:cNvPr id="1" name=""/>
        <p:cNvGrpSpPr/>
        <p:nvPr/>
      </p:nvGrpSpPr>
      <p:grpSpPr>
        <a:xfrm>
          <a:off x="0" y="0"/>
          <a:ext cx="0" cy="0"/>
          <a:chOff x="0" y="0"/>
          <a:chExt cx="0" cy="0"/>
        </a:xfrm>
      </p:grpSpPr>
      <p:sp>
        <p:nvSpPr>
          <p:cNvPr id="8" name="모서리가 둥근 직사각형 7"/>
          <p:cNvSpPr>
            <a:spLocks/>
          </p:cNvSpPr>
          <p:nvPr/>
        </p:nvSpPr>
        <p:spPr>
          <a:xfrm>
            <a:off x="0" y="0"/>
            <a:ext cx="12192635" cy="4365625"/>
          </a:xfrm>
          <a:prstGeom prst="roundRect">
            <a:avLst>
              <a:gd name="adj" fmla="val 0"/>
            </a:avLst>
          </a:prstGeom>
          <a:pattFill prst="dkUpDiag">
            <a:fgClr>
              <a:schemeClr val="tx2">
                <a:lumMod val="60000"/>
                <a:lumOff val="40000"/>
              </a:schemeClr>
            </a:fgClr>
            <a:bgClr>
              <a:schemeClr val="accent1">
                <a:lumMod val="75000"/>
              </a:schemeClr>
            </a:bgClr>
          </a:pattFill>
          <a:ln w="0">
            <a:noFill/>
            <a:prstDash/>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ctr">
            <a:noAutofit/>
          </a:bodyPr>
          <a:lstStyle>
            <a:lvl1pPr marL="0" indent="0" algn="l" rtl="0" fontAlgn="base" latinLnBrk="1">
              <a:spcBef>
                <a:spcPct val="0"/>
              </a:spcBef>
              <a:spcAft>
                <a:spcPct val="0"/>
              </a:spcAft>
              <a:buFontTx/>
              <a:buNone/>
              <a:defRPr lang="en-GB" altLang="en-US">
                <a:solidFill>
                  <a:schemeClr val="lt1"/>
                </a:solidFill>
                <a:latin typeface="+mn-lt"/>
                <a:ea typeface="+mn-ea"/>
                <a:cs typeface="+mn-cs"/>
              </a:defRPr>
            </a:lvl1pPr>
            <a:lvl2pPr marL="457200" lvl="1" indent="0" algn="l" rtl="0" fontAlgn="base" latinLnBrk="1">
              <a:spcBef>
                <a:spcPct val="0"/>
              </a:spcBef>
              <a:spcAft>
                <a:spcPct val="0"/>
              </a:spcAft>
              <a:buFontTx/>
              <a:buNone/>
              <a:defRPr lang="en-GB" altLang="en-US">
                <a:solidFill>
                  <a:schemeClr val="lt1"/>
                </a:solidFill>
                <a:latin typeface="+mn-lt"/>
                <a:ea typeface="+mn-ea"/>
                <a:cs typeface="+mn-cs"/>
              </a:defRPr>
            </a:lvl2pPr>
            <a:lvl3pPr marL="914400" lvl="2" indent="0" algn="l" rtl="0" fontAlgn="base" latinLnBrk="1">
              <a:spcBef>
                <a:spcPct val="0"/>
              </a:spcBef>
              <a:spcAft>
                <a:spcPct val="0"/>
              </a:spcAft>
              <a:buFontTx/>
              <a:buNone/>
              <a:defRPr lang="en-GB" altLang="en-US">
                <a:solidFill>
                  <a:schemeClr val="lt1"/>
                </a:solidFill>
                <a:latin typeface="+mn-lt"/>
                <a:ea typeface="+mn-ea"/>
                <a:cs typeface="+mn-cs"/>
              </a:defRPr>
            </a:lvl3pPr>
            <a:lvl4pPr marL="1371600" lvl="3" indent="0" algn="l" rtl="0" fontAlgn="base" latinLnBrk="1">
              <a:spcBef>
                <a:spcPct val="0"/>
              </a:spcBef>
              <a:spcAft>
                <a:spcPct val="0"/>
              </a:spcAft>
              <a:buFontTx/>
              <a:buNone/>
              <a:defRPr lang="en-GB" altLang="en-US">
                <a:solidFill>
                  <a:schemeClr val="lt1"/>
                </a:solidFill>
                <a:latin typeface="+mn-lt"/>
                <a:ea typeface="+mn-ea"/>
                <a:cs typeface="+mn-cs"/>
              </a:defRPr>
            </a:lvl4pPr>
            <a:lvl5pPr marL="1828800" lvl="4" indent="0" algn="l" rtl="0" fontAlgn="base" latinLnBrk="1">
              <a:spcBef>
                <a:spcPct val="0"/>
              </a:spcBef>
              <a:spcAft>
                <a:spcPct val="0"/>
              </a:spcAft>
              <a:buFontTx/>
              <a:buNone/>
              <a:defRPr lang="en-GB" altLang="en-US">
                <a:solidFill>
                  <a:schemeClr val="lt1"/>
                </a:solidFill>
                <a:latin typeface="+mn-lt"/>
                <a:ea typeface="+mn-ea"/>
                <a:cs typeface="+mn-cs"/>
              </a:defRPr>
            </a:lvl5pPr>
            <a:lvl6pPr marL="2286000" lvl="5" indent="0" algn="l" defTabSz="914400" rtl="0" eaLnBrk="1" latinLnBrk="1" hangingPunct="1">
              <a:buFontTx/>
              <a:buNone/>
              <a:defRPr lang="en-GB" altLang="en-US">
                <a:solidFill>
                  <a:schemeClr val="lt1"/>
                </a:solidFill>
                <a:latin typeface="+mn-lt"/>
                <a:ea typeface="+mn-ea"/>
                <a:cs typeface="+mn-cs"/>
              </a:defRPr>
            </a:lvl6pPr>
            <a:lvl7pPr marL="2743200" lvl="6" indent="0" algn="l" defTabSz="914400" rtl="0" eaLnBrk="1" latinLnBrk="1" hangingPunct="1">
              <a:buFontTx/>
              <a:buNone/>
              <a:defRPr lang="en-GB" altLang="en-US">
                <a:solidFill>
                  <a:schemeClr val="lt1"/>
                </a:solidFill>
                <a:latin typeface="+mn-lt"/>
                <a:ea typeface="+mn-ea"/>
                <a:cs typeface="+mn-cs"/>
              </a:defRPr>
            </a:lvl7pPr>
            <a:lvl8pPr marL="3200400" lvl="7" indent="0" algn="l" defTabSz="914400" rtl="0" eaLnBrk="1" latinLnBrk="1" hangingPunct="1">
              <a:buFontTx/>
              <a:buNone/>
              <a:defRPr lang="en-GB" altLang="en-US">
                <a:solidFill>
                  <a:schemeClr val="lt1"/>
                </a:solidFill>
                <a:latin typeface="+mn-lt"/>
                <a:ea typeface="+mn-ea"/>
                <a:cs typeface="+mn-cs"/>
              </a:defRPr>
            </a:lvl8pPr>
            <a:lvl9pPr marL="3657600" lvl="8" indent="0" algn="l" defTabSz="914400" rtl="0" eaLnBrk="1" latinLnBrk="1" hangingPunct="1">
              <a:buFontTx/>
              <a:buNone/>
              <a:defRPr lang="en-GB" altLang="en-US">
                <a:solidFill>
                  <a:schemeClr val="lt1"/>
                </a:solidFill>
                <a:latin typeface="+mn-lt"/>
                <a:ea typeface="+mn-ea"/>
                <a:cs typeface="+mn-cs"/>
              </a:defRPr>
            </a:lvl9pPr>
          </a:lstStyle>
          <a:p>
            <a:pPr marL="0" indent="0" algn="ctr" latinLnBrk="0">
              <a:buFontTx/>
              <a:buNone/>
            </a:pPr>
            <a:endParaRPr lang="ko-KR" altLang="en-US" sz="1800"/>
          </a:p>
        </p:txBody>
      </p:sp>
      <p:sp>
        <p:nvSpPr>
          <p:cNvPr id="10" name="직사각형 9"/>
          <p:cNvSpPr>
            <a:spLocks/>
          </p:cNvSpPr>
          <p:nvPr/>
        </p:nvSpPr>
        <p:spPr>
          <a:xfrm>
            <a:off x="0" y="6237605"/>
            <a:ext cx="12192635" cy="621030"/>
          </a:xfrm>
          <a:prstGeom prst="rect">
            <a:avLst/>
          </a:prstGeom>
          <a:pattFill prst="dkUpDiag">
            <a:fgClr>
              <a:schemeClr val="bg1">
                <a:lumMod val="75000"/>
              </a:schemeClr>
            </a:fgClr>
            <a:bgClr>
              <a:schemeClr val="bg1">
                <a:lumMod val="65000"/>
              </a:schemeClr>
            </a:bgClr>
          </a:pattFill>
          <a:ln w="0">
            <a:noFill/>
            <a:prstDash/>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ctr">
            <a:noAutofit/>
          </a:bodyPr>
          <a:lstStyle/>
          <a:p>
            <a:pPr marL="0" indent="0" algn="ctr" latinLnBrk="0">
              <a:buFontTx/>
              <a:buNone/>
            </a:pPr>
            <a:endParaRPr lang="ko-KR" altLang="en-US" sz="1800"/>
          </a:p>
        </p:txBody>
      </p:sp>
      <p:sp>
        <p:nvSpPr>
          <p:cNvPr id="2" name="제목 1"/>
          <p:cNvSpPr txBox="1">
            <a:spLocks noGrp="1"/>
          </p:cNvSpPr>
          <p:nvPr>
            <p:ph type="ctrTitle"/>
          </p:nvPr>
        </p:nvSpPr>
        <p:spPr>
          <a:xfrm>
            <a:off x="914400" y="2130425"/>
            <a:ext cx="10363835" cy="1470660"/>
          </a:xfrm>
          <a:prstGeom prst="rect">
            <a:avLst/>
          </a:prstGeom>
        </p:spPr>
        <p:txBody>
          <a:bodyPr vert="horz" wrap="square" lIns="91440" tIns="45720" rIns="91440" bIns="45720" numCol="1" anchor="ctr">
            <a:normAutofit/>
          </a:bodyPr>
          <a:lstStyle>
            <a:lvl1pPr marL="0" indent="0" latinLnBrk="0">
              <a:buFontTx/>
              <a:buNone/>
              <a:defRPr lang="en-GB" altLang="en-US">
                <a:solidFill>
                  <a:schemeClr val="bg1"/>
                </a:solidFill>
              </a:defRPr>
            </a:lvl1pPr>
          </a:lstStyle>
          <a:p>
            <a:pPr marL="0" indent="0" latinLnBrk="0">
              <a:buFontTx/>
              <a:buNone/>
            </a:pPr>
            <a:r>
              <a:rPr lang="ko-KR" altLang="en-US"/>
              <a:t>제목을 입력하십시오</a:t>
            </a:r>
          </a:p>
        </p:txBody>
      </p:sp>
      <p:sp>
        <p:nvSpPr>
          <p:cNvPr id="3" name="부제목 2"/>
          <p:cNvSpPr txBox="1">
            <a:spLocks noGrp="1"/>
          </p:cNvSpPr>
          <p:nvPr>
            <p:ph type="subTitle" idx="1"/>
          </p:nvPr>
        </p:nvSpPr>
        <p:spPr>
          <a:xfrm>
            <a:off x="1828800" y="4653280"/>
            <a:ext cx="8535035" cy="1369060"/>
          </a:xfrm>
          <a:prstGeom prst="rect">
            <a:avLst/>
          </a:prstGeom>
        </p:spPr>
        <p:txBody>
          <a:bodyPr vert="horz" wrap="square" lIns="91440" tIns="45720" rIns="91440" bIns="45720" numCol="1" anchor="t">
            <a:normAutofit/>
          </a:bodyPr>
          <a:lstStyle>
            <a:lvl1pPr marL="0" indent="0" algn="ctr" latinLnBrk="0">
              <a:buFontTx/>
              <a:buNone/>
              <a:defRPr lang="en-GB" altLang="en-US">
                <a:solidFill>
                  <a:schemeClr val="tx1">
                    <a:tint val="75000"/>
                  </a:schemeClr>
                </a:solidFill>
              </a:defRPr>
            </a:lvl1pPr>
            <a:lvl2pPr marL="457200" lvl="1" indent="0" algn="ctr" latinLnBrk="0">
              <a:buFontTx/>
              <a:buNone/>
              <a:defRPr lang="en-GB" altLang="en-US">
                <a:solidFill>
                  <a:schemeClr val="tx1">
                    <a:tint val="75000"/>
                  </a:schemeClr>
                </a:solidFill>
              </a:defRPr>
            </a:lvl2pPr>
            <a:lvl3pPr marL="914400" lvl="2" indent="0" algn="ctr" latinLnBrk="0">
              <a:buFontTx/>
              <a:buNone/>
              <a:defRPr lang="en-GB" altLang="en-US">
                <a:solidFill>
                  <a:schemeClr val="tx1">
                    <a:tint val="75000"/>
                  </a:schemeClr>
                </a:solidFill>
              </a:defRPr>
            </a:lvl3pPr>
            <a:lvl4pPr marL="1371600" lvl="3" indent="0" algn="ctr" latinLnBrk="0">
              <a:buFontTx/>
              <a:buNone/>
              <a:defRPr lang="en-GB" altLang="en-US">
                <a:solidFill>
                  <a:schemeClr val="tx1">
                    <a:tint val="75000"/>
                  </a:schemeClr>
                </a:solidFill>
              </a:defRPr>
            </a:lvl4pPr>
            <a:lvl5pPr marL="1828800" lvl="4" indent="0" algn="ctr" latinLnBrk="0">
              <a:buFontTx/>
              <a:buNone/>
              <a:defRPr lang="en-GB" altLang="en-US">
                <a:solidFill>
                  <a:schemeClr val="tx1">
                    <a:tint val="75000"/>
                  </a:schemeClr>
                </a:solidFill>
              </a:defRPr>
            </a:lvl5pPr>
            <a:lvl6pPr marL="2286000" lvl="5" indent="0" algn="ctr" latinLnBrk="0">
              <a:buFontTx/>
              <a:buNone/>
              <a:defRPr lang="en-GB" altLang="en-US">
                <a:solidFill>
                  <a:schemeClr val="tx1">
                    <a:tint val="75000"/>
                  </a:schemeClr>
                </a:solidFill>
              </a:defRPr>
            </a:lvl6pPr>
            <a:lvl7pPr marL="2743200" lvl="6" indent="0" algn="ctr" latinLnBrk="0">
              <a:buFontTx/>
              <a:buNone/>
              <a:defRPr lang="en-GB" altLang="en-US">
                <a:solidFill>
                  <a:schemeClr val="tx1">
                    <a:tint val="75000"/>
                  </a:schemeClr>
                </a:solidFill>
              </a:defRPr>
            </a:lvl7pPr>
            <a:lvl8pPr marL="3200400" lvl="7" indent="0" algn="ctr" latinLnBrk="0">
              <a:buFontTx/>
              <a:buNone/>
              <a:defRPr lang="en-GB" altLang="en-US">
                <a:solidFill>
                  <a:schemeClr val="tx1">
                    <a:tint val="75000"/>
                  </a:schemeClr>
                </a:solidFill>
              </a:defRPr>
            </a:lvl8pPr>
            <a:lvl9pPr marL="3657600" lvl="8" indent="0" algn="ctr" latinLnBrk="0">
              <a:buFontTx/>
              <a:buNone/>
              <a:defRPr lang="en-GB" altLang="en-US">
                <a:solidFill>
                  <a:schemeClr val="tx1">
                    <a:tint val="75000"/>
                  </a:schemeClr>
                </a:solidFill>
              </a:defRPr>
            </a:lvl9pPr>
          </a:lstStyle>
          <a:p>
            <a:pPr marL="0" indent="0" latinLnBrk="0">
              <a:buFontTx/>
              <a:buNone/>
            </a:pPr>
            <a:r>
              <a:rPr lang="ko-KR" altLang="en-US"/>
              <a:t>부제목을 입력하십시오</a:t>
            </a:r>
          </a:p>
        </p:txBody>
      </p:sp>
      <p:sp>
        <p:nvSpPr>
          <p:cNvPr id="4" name="날짜 개체 틀 3"/>
          <p:cNvSpPr txBox="1">
            <a:spLocks noGrp="1"/>
          </p:cNvSpPr>
          <p:nvPr>
            <p:ph type="dt" sz="half" idx="10"/>
          </p:nvPr>
        </p:nvSpPr>
        <p:spPr>
          <a:xfrm>
            <a:off x="609600" y="6356350"/>
            <a:ext cx="2845435" cy="365760"/>
          </a:xfrm>
          <a:prstGeom prst="rect">
            <a:avLst/>
          </a:prstGeom>
        </p:spPr>
        <p:txBody>
          <a:bodyPr vert="horz" wrap="square" lIns="91440" tIns="45720" rIns="91440" bIns="45720" numCol="1" anchor="ctr">
            <a:noAutofit/>
          </a:bodyPr>
          <a:lstStyle/>
          <a:p>
            <a:pPr marL="0" indent="0" latinLnBrk="0">
              <a:buFontTx/>
              <a:buNone/>
            </a:pPr>
            <a:fld id="{B9320F77-B9A0-41C5-862A-B4B631284C64}" type="datetime1">
              <a:rPr lang="ko-KR" altLang="en-US"/>
              <a:t>2021-05-31</a:t>
            </a:fld>
            <a:endParaRPr lang="ko-KR" altLang="en-US"/>
          </a:p>
        </p:txBody>
      </p:sp>
      <p:sp>
        <p:nvSpPr>
          <p:cNvPr id="5" name="바닥글 개체 틀 4"/>
          <p:cNvSpPr txBox="1">
            <a:spLocks noGrp="1"/>
          </p:cNvSpPr>
          <p:nvPr>
            <p:ph type="ftr" sz="quarter" idx="11"/>
          </p:nvPr>
        </p:nvSpPr>
        <p:spPr>
          <a:xfrm>
            <a:off x="4165600" y="6356350"/>
            <a:ext cx="3861435" cy="365760"/>
          </a:xfrm>
          <a:prstGeom prst="rect">
            <a:avLst/>
          </a:prstGeom>
        </p:spPr>
        <p:txBody>
          <a:bodyPr vert="horz" wrap="square" lIns="91440" tIns="45720" rIns="91440" bIns="45720" numCol="1" anchor="ctr">
            <a:noAutofit/>
          </a:bodyPr>
          <a:lstStyle/>
          <a:p>
            <a:pPr marL="0" indent="0" latinLnBrk="0">
              <a:buFontTx/>
              <a:buNone/>
            </a:pPr>
            <a:endParaRPr/>
          </a:p>
        </p:txBody>
      </p:sp>
      <p:sp>
        <p:nvSpPr>
          <p:cNvPr id="6" name="슬라이드 번호 개체 틀 5"/>
          <p:cNvSpPr txBox="1">
            <a:spLocks noGrp="1"/>
          </p:cNvSpPr>
          <p:nvPr>
            <p:ph type="sldNum" sz="quarter" idx="12"/>
          </p:nvPr>
        </p:nvSpPr>
        <p:spPr>
          <a:xfrm>
            <a:off x="8737600" y="6356350"/>
            <a:ext cx="2845435" cy="365760"/>
          </a:xfrm>
          <a:prstGeom prst="rect">
            <a:avLst/>
          </a:prstGeom>
        </p:spPr>
        <p:txBody>
          <a:bodyPr vert="horz" wrap="square" lIns="91440" tIns="45720" rIns="91440" bIns="45720" numCol="1" anchor="ctr">
            <a:noAutofit/>
          </a:bodyPr>
          <a:lstStyle/>
          <a:p>
            <a:pPr marL="0" indent="0" latinLnBrk="0">
              <a:buFontTx/>
              <a:buNone/>
            </a:pPr>
            <a:fld id="{B9320F77-B9A0-41C5-862A-B4B631284C64}" type="slidenum">
              <a:rPr lang="ko-KR" altLang="en-US"/>
              <a:t>‹#›</a:t>
            </a:fld>
            <a:endParaRPr lang="ko-KR"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제목 및 내용">
    <p:spTree>
      <p:nvGrpSpPr>
        <p:cNvPr id="1" name=""/>
        <p:cNvGrpSpPr/>
        <p:nvPr/>
      </p:nvGrpSpPr>
      <p:grpSpPr>
        <a:xfrm>
          <a:off x="0" y="0"/>
          <a:ext cx="0" cy="0"/>
          <a:chOff x="0" y="0"/>
          <a:chExt cx="0" cy="0"/>
        </a:xfrm>
      </p:grpSpPr>
      <p:sp>
        <p:nvSpPr>
          <p:cNvPr id="2" name="제목 1"/>
          <p:cNvSpPr txBox="1">
            <a:spLocks noGrp="1"/>
          </p:cNvSpPr>
          <p:nvPr>
            <p:ph type="title"/>
          </p:nvPr>
        </p:nvSpPr>
        <p:spPr>
          <a:xfrm>
            <a:off x="609600" y="274955"/>
            <a:ext cx="10973435" cy="1143635"/>
          </a:xfrm>
          <a:prstGeom prst="rect">
            <a:avLst/>
          </a:prstGeom>
        </p:spPr>
        <p:txBody>
          <a:bodyPr vert="horz" wrap="square" lIns="91440" tIns="45720" rIns="91440" bIns="45720" numCol="1" anchor="ctr">
            <a:normAutofit/>
          </a:bodyPr>
          <a:lstStyle/>
          <a:p>
            <a:pPr marL="0" indent="0" latinLnBrk="0">
              <a:buFontTx/>
              <a:buNone/>
            </a:pPr>
            <a:r>
              <a:rPr lang="ko-KR" altLang="en-US"/>
              <a:t>제목을 입력하십시오</a:t>
            </a:r>
          </a:p>
        </p:txBody>
      </p:sp>
      <p:sp>
        <p:nvSpPr>
          <p:cNvPr id="3" name="내용 개체 틀 2"/>
          <p:cNvSpPr txBox="1">
            <a:spLocks noGrp="1"/>
          </p:cNvSpPr>
          <p:nvPr>
            <p:ph idx="1"/>
          </p:nvPr>
        </p:nvSpPr>
        <p:spPr>
          <a:xfrm>
            <a:off x="609600" y="1600200"/>
            <a:ext cx="10973435" cy="4526915"/>
          </a:xfrm>
          <a:prstGeom prst="rect">
            <a:avLst/>
          </a:prstGeom>
        </p:spPr>
        <p:txBody>
          <a:bodyPr vert="horz" wrap="square" lIns="91440" tIns="45720" rIns="91440" bIns="45720" numCol="1" anchor="t">
            <a:normAutofit/>
          </a:bodyPr>
          <a:lstStyle/>
          <a:p>
            <a:pPr marL="342900" indent="-342900" latinLnBrk="0">
              <a:buClr>
                <a:srgbClr val="000000"/>
              </a:buClr>
              <a:buFont typeface="Arial"/>
              <a:buChar char="»"/>
            </a:pPr>
            <a:r>
              <a:rPr lang="ko-KR" altLang="en-US"/>
              <a:t>텍스트를 입력하십시오</a:t>
            </a:r>
          </a:p>
          <a:p>
            <a:pPr marL="742950" lvl="1" indent="-285750" latinLnBrk="0">
              <a:buClr>
                <a:srgbClr val="000000"/>
              </a:buClr>
              <a:buFont typeface="Arial"/>
              <a:buChar char="•"/>
            </a:pPr>
            <a:r>
              <a:rPr lang="ko-KR" altLang="en-US"/>
              <a:t>둘째 수준</a:t>
            </a:r>
          </a:p>
          <a:p>
            <a:pPr marL="1143000" lvl="2" indent="-228600" latinLnBrk="0">
              <a:buClr>
                <a:srgbClr val="000000"/>
              </a:buClr>
              <a:buFont typeface="Arial"/>
              <a:buChar char="•"/>
            </a:pPr>
            <a:r>
              <a:rPr lang="ko-KR" altLang="en-US"/>
              <a:t>셋째 수준</a:t>
            </a:r>
          </a:p>
          <a:p>
            <a:pPr marL="1600200" lvl="3" indent="-228600" latinLnBrk="0">
              <a:buClr>
                <a:srgbClr val="000000"/>
              </a:buClr>
              <a:buFont typeface="Arial"/>
              <a:buChar char="–"/>
            </a:pPr>
            <a:r>
              <a:rPr lang="ko-KR" altLang="en-US"/>
              <a:t>넷째 수준</a:t>
            </a:r>
          </a:p>
          <a:p>
            <a:pPr marL="2057400" lvl="4" indent="-228600" latinLnBrk="0">
              <a:buClr>
                <a:srgbClr val="000000"/>
              </a:buClr>
              <a:buFont typeface="Arial"/>
              <a:buChar char="–"/>
            </a:pPr>
            <a:r>
              <a:rPr lang="ko-KR" altLang="en-US"/>
              <a:t>다섯째 수준</a:t>
            </a:r>
          </a:p>
        </p:txBody>
      </p:sp>
      <p:sp>
        <p:nvSpPr>
          <p:cNvPr id="4" name="날짜 개체 틀 3"/>
          <p:cNvSpPr txBox="1">
            <a:spLocks noGrp="1"/>
          </p:cNvSpPr>
          <p:nvPr>
            <p:ph type="dt" sz="half" idx="10"/>
          </p:nvPr>
        </p:nvSpPr>
        <p:spPr>
          <a:xfrm>
            <a:off x="609600" y="6356350"/>
            <a:ext cx="2845435" cy="365760"/>
          </a:xfrm>
          <a:prstGeom prst="rect">
            <a:avLst/>
          </a:prstGeom>
        </p:spPr>
        <p:txBody>
          <a:bodyPr vert="horz" wrap="square" lIns="91440" tIns="45720" rIns="91440" bIns="45720" numCol="1" anchor="ctr">
            <a:noAutofit/>
          </a:bodyPr>
          <a:lstStyle/>
          <a:p>
            <a:pPr marL="0" indent="0" latinLnBrk="0">
              <a:buFontTx/>
              <a:buNone/>
            </a:pPr>
            <a:fld id="{B9320F77-B9A0-41C5-862A-B4B631284C64}" type="datetime1">
              <a:rPr lang="ko-KR" altLang="en-US"/>
              <a:t>2021-05-31</a:t>
            </a:fld>
            <a:endParaRPr lang="ko-KR" altLang="en-US"/>
          </a:p>
        </p:txBody>
      </p:sp>
      <p:sp>
        <p:nvSpPr>
          <p:cNvPr id="5" name="바닥글 개체 틀 4"/>
          <p:cNvSpPr txBox="1">
            <a:spLocks noGrp="1"/>
          </p:cNvSpPr>
          <p:nvPr>
            <p:ph type="ftr" sz="quarter" idx="11"/>
          </p:nvPr>
        </p:nvSpPr>
        <p:spPr>
          <a:xfrm>
            <a:off x="4165600" y="6356350"/>
            <a:ext cx="3861435" cy="365760"/>
          </a:xfrm>
          <a:prstGeom prst="rect">
            <a:avLst/>
          </a:prstGeom>
        </p:spPr>
        <p:txBody>
          <a:bodyPr vert="horz" wrap="square" lIns="91440" tIns="45720" rIns="91440" bIns="45720" numCol="1" anchor="ctr">
            <a:noAutofit/>
          </a:bodyPr>
          <a:lstStyle/>
          <a:p>
            <a:pPr marL="0" indent="0" latinLnBrk="0">
              <a:buFontTx/>
              <a:buNone/>
            </a:pPr>
            <a:endParaRPr/>
          </a:p>
        </p:txBody>
      </p:sp>
      <p:sp>
        <p:nvSpPr>
          <p:cNvPr id="6" name="슬라이드 번호 개체 틀 5"/>
          <p:cNvSpPr txBox="1">
            <a:spLocks noGrp="1"/>
          </p:cNvSpPr>
          <p:nvPr>
            <p:ph type="sldNum" sz="quarter" idx="12"/>
          </p:nvPr>
        </p:nvSpPr>
        <p:spPr>
          <a:xfrm>
            <a:off x="8737600" y="6356350"/>
            <a:ext cx="2845435" cy="365760"/>
          </a:xfrm>
          <a:prstGeom prst="rect">
            <a:avLst/>
          </a:prstGeom>
        </p:spPr>
        <p:txBody>
          <a:bodyPr vert="horz" wrap="square" lIns="91440" tIns="45720" rIns="91440" bIns="45720" numCol="1" anchor="ctr">
            <a:noAutofit/>
          </a:bodyPr>
          <a:lstStyle/>
          <a:p>
            <a:pPr marL="0" indent="0" latinLnBrk="0">
              <a:buFontTx/>
              <a:buNone/>
            </a:pPr>
            <a:fld id="{B9320F77-B9A0-41C5-862A-B4B631284C64}" type="slidenum">
              <a:rPr lang="ko-KR" altLang="en-US"/>
              <a:t>‹#›</a:t>
            </a:fld>
            <a:endParaRPr lang="ko-KR"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콘텐츠 2개">
    <p:spTree>
      <p:nvGrpSpPr>
        <p:cNvPr id="1" name=""/>
        <p:cNvGrpSpPr/>
        <p:nvPr/>
      </p:nvGrpSpPr>
      <p:grpSpPr>
        <a:xfrm>
          <a:off x="0" y="0"/>
          <a:ext cx="0" cy="0"/>
          <a:chOff x="0" y="0"/>
          <a:chExt cx="0" cy="0"/>
        </a:xfrm>
      </p:grpSpPr>
      <p:sp>
        <p:nvSpPr>
          <p:cNvPr id="2" name="제목 1"/>
          <p:cNvSpPr txBox="1">
            <a:spLocks noGrp="1"/>
          </p:cNvSpPr>
          <p:nvPr>
            <p:ph type="title"/>
          </p:nvPr>
        </p:nvSpPr>
        <p:spPr>
          <a:xfrm>
            <a:off x="609600" y="274955"/>
            <a:ext cx="10973435" cy="1143635"/>
          </a:xfrm>
          <a:prstGeom prst="rect">
            <a:avLst/>
          </a:prstGeom>
        </p:spPr>
        <p:txBody>
          <a:bodyPr vert="horz" wrap="square" lIns="91440" tIns="45720" rIns="91440" bIns="45720" numCol="1" anchor="ctr">
            <a:normAutofit/>
          </a:bodyPr>
          <a:lstStyle/>
          <a:p>
            <a:pPr marL="0" indent="0" latinLnBrk="0">
              <a:buFontTx/>
              <a:buNone/>
            </a:pPr>
            <a:r>
              <a:rPr lang="ko-KR" altLang="en-US"/>
              <a:t>제목을 입력하십시오</a:t>
            </a:r>
          </a:p>
        </p:txBody>
      </p:sp>
      <p:sp>
        <p:nvSpPr>
          <p:cNvPr id="3" name="내용 개체 틀 2"/>
          <p:cNvSpPr txBox="1">
            <a:spLocks noGrp="1"/>
          </p:cNvSpPr>
          <p:nvPr>
            <p:ph sz="half" idx="1"/>
          </p:nvPr>
        </p:nvSpPr>
        <p:spPr>
          <a:xfrm>
            <a:off x="609600" y="1600200"/>
            <a:ext cx="5385435" cy="4526915"/>
          </a:xfrm>
          <a:prstGeom prst="rect">
            <a:avLst/>
          </a:prstGeom>
        </p:spPr>
        <p:txBody>
          <a:bodyPr vert="horz" wrap="square" lIns="91440" tIns="45720" rIns="91440" bIns="45720" numCol="1" anchor="t">
            <a:normAutofit/>
          </a:bodyPr>
          <a:lstStyle>
            <a:lvl1pPr marL="0" indent="0" latinLnBrk="0">
              <a:buFontTx/>
              <a:buNone/>
              <a:defRPr lang="en-GB" altLang="en-US" sz="2800"/>
            </a:lvl1pPr>
            <a:lvl2pPr marL="0" lvl="1" indent="0" latinLnBrk="0">
              <a:buFontTx/>
              <a:buNone/>
              <a:defRPr lang="en-GB" altLang="en-US" sz="2400"/>
            </a:lvl2pPr>
            <a:lvl3pPr marL="0" lvl="2" indent="0" latinLnBrk="0">
              <a:buFontTx/>
              <a:buNone/>
              <a:defRPr lang="en-GB" altLang="en-US" sz="2000"/>
            </a:lvl3pPr>
            <a:lvl4pPr marL="0" lvl="3" indent="0" latinLnBrk="0">
              <a:buFontTx/>
              <a:buNone/>
              <a:defRPr lang="en-GB" altLang="en-US" sz="1800"/>
            </a:lvl4pPr>
            <a:lvl5pPr marL="0" lvl="4" indent="0" latinLnBrk="0">
              <a:buFontTx/>
              <a:buNone/>
              <a:defRPr lang="en-GB" altLang="en-US" sz="1800"/>
            </a:lvl5pPr>
            <a:lvl6pPr marL="0" lvl="5" indent="0" latinLnBrk="0">
              <a:buFontTx/>
              <a:buNone/>
              <a:defRPr lang="en-GB" altLang="en-US" sz="1800"/>
            </a:lvl6pPr>
            <a:lvl7pPr marL="0" lvl="6" indent="0" latinLnBrk="0">
              <a:buFontTx/>
              <a:buNone/>
              <a:defRPr lang="en-GB" altLang="en-US" sz="1800"/>
            </a:lvl7pPr>
            <a:lvl8pPr marL="0" lvl="7" indent="0" latinLnBrk="0">
              <a:buFontTx/>
              <a:buNone/>
              <a:defRPr lang="en-GB" altLang="en-US" sz="1800"/>
            </a:lvl8pPr>
            <a:lvl9pPr marL="0" lvl="8" indent="0" latinLnBrk="0">
              <a:buFontTx/>
              <a:buNone/>
              <a:defRPr lang="en-GB" altLang="en-US" sz="1800"/>
            </a:lvl9pPr>
          </a:lstStyle>
          <a:p>
            <a:pPr marL="342900" indent="-342900" latinLnBrk="0">
              <a:buClr>
                <a:srgbClr val="000000"/>
              </a:buClr>
              <a:buFont typeface="Arial"/>
              <a:buChar char="•"/>
            </a:pPr>
            <a:r>
              <a:rPr lang="ko-KR" altLang="en-US"/>
              <a:t>텍스트를 입력하십시오</a:t>
            </a:r>
          </a:p>
          <a:p>
            <a:pPr marL="742950" lvl="1" indent="-285750" latinLnBrk="0">
              <a:buClr>
                <a:srgbClr val="000000"/>
              </a:buClr>
              <a:buFont typeface="Arial"/>
              <a:buChar char="•"/>
            </a:pPr>
            <a:r>
              <a:rPr lang="ko-KR" altLang="en-US"/>
              <a:t>둘째 수준</a:t>
            </a:r>
          </a:p>
          <a:p>
            <a:pPr marL="1143000" lvl="2" indent="-228600" latinLnBrk="0">
              <a:buClr>
                <a:srgbClr val="000000"/>
              </a:buClr>
              <a:buFont typeface="Arial"/>
              <a:buChar char="•"/>
            </a:pPr>
            <a:r>
              <a:rPr lang="ko-KR" altLang="en-US"/>
              <a:t>셋째 수준</a:t>
            </a:r>
          </a:p>
          <a:p>
            <a:pPr marL="1600200" lvl="3" indent="-228600" latinLnBrk="0">
              <a:buClr>
                <a:srgbClr val="000000"/>
              </a:buClr>
              <a:buFont typeface="Arial"/>
              <a:buChar char="–"/>
            </a:pPr>
            <a:r>
              <a:rPr lang="ko-KR" altLang="en-US"/>
              <a:t>넷째 수준</a:t>
            </a:r>
          </a:p>
          <a:p>
            <a:pPr marL="2057400" lvl="4" indent="-228600" latinLnBrk="0">
              <a:buClr>
                <a:srgbClr val="000000"/>
              </a:buClr>
              <a:buFont typeface="Arial"/>
              <a:buChar char="–"/>
            </a:pPr>
            <a:r>
              <a:rPr lang="ko-KR" altLang="en-US"/>
              <a:t>다섯째 수준</a:t>
            </a:r>
          </a:p>
        </p:txBody>
      </p:sp>
      <p:sp>
        <p:nvSpPr>
          <p:cNvPr id="4" name="내용 개체 틀 3"/>
          <p:cNvSpPr txBox="1">
            <a:spLocks noGrp="1"/>
          </p:cNvSpPr>
          <p:nvPr>
            <p:ph sz="half" idx="2"/>
          </p:nvPr>
        </p:nvSpPr>
        <p:spPr>
          <a:xfrm>
            <a:off x="6197600" y="1600200"/>
            <a:ext cx="5385435" cy="4526915"/>
          </a:xfrm>
          <a:prstGeom prst="rect">
            <a:avLst/>
          </a:prstGeom>
        </p:spPr>
        <p:txBody>
          <a:bodyPr vert="horz" wrap="square" lIns="91440" tIns="45720" rIns="91440" bIns="45720" numCol="1" anchor="t">
            <a:normAutofit/>
          </a:bodyPr>
          <a:lstStyle>
            <a:lvl1pPr marL="0" indent="0" latinLnBrk="0">
              <a:buFontTx/>
              <a:buNone/>
              <a:defRPr lang="en-GB" altLang="en-US" sz="2800"/>
            </a:lvl1pPr>
            <a:lvl2pPr marL="0" lvl="1" indent="0" latinLnBrk="0">
              <a:buFontTx/>
              <a:buNone/>
              <a:defRPr lang="en-GB" altLang="en-US" sz="2400"/>
            </a:lvl2pPr>
            <a:lvl3pPr marL="0" lvl="2" indent="0" latinLnBrk="0">
              <a:buFontTx/>
              <a:buNone/>
              <a:defRPr lang="en-GB" altLang="en-US" sz="2000"/>
            </a:lvl3pPr>
            <a:lvl4pPr marL="0" lvl="3" indent="0" latinLnBrk="0">
              <a:buFontTx/>
              <a:buNone/>
              <a:defRPr lang="en-GB" altLang="en-US" sz="1800"/>
            </a:lvl4pPr>
            <a:lvl5pPr marL="0" lvl="4" indent="0" latinLnBrk="0">
              <a:buFontTx/>
              <a:buNone/>
              <a:defRPr lang="en-GB" altLang="en-US" sz="1800"/>
            </a:lvl5pPr>
            <a:lvl6pPr marL="0" lvl="5" indent="0" latinLnBrk="0">
              <a:buFontTx/>
              <a:buNone/>
              <a:defRPr lang="en-GB" altLang="en-US" sz="1800"/>
            </a:lvl6pPr>
            <a:lvl7pPr marL="0" lvl="6" indent="0" latinLnBrk="0">
              <a:buFontTx/>
              <a:buNone/>
              <a:defRPr lang="en-GB" altLang="en-US" sz="1800"/>
            </a:lvl7pPr>
            <a:lvl8pPr marL="0" lvl="7" indent="0" latinLnBrk="0">
              <a:buFontTx/>
              <a:buNone/>
              <a:defRPr lang="en-GB" altLang="en-US" sz="1800"/>
            </a:lvl8pPr>
            <a:lvl9pPr marL="0" lvl="8" indent="0" latinLnBrk="0">
              <a:buFontTx/>
              <a:buNone/>
              <a:defRPr lang="en-GB" altLang="en-US" sz="1800"/>
            </a:lvl9pPr>
          </a:lstStyle>
          <a:p>
            <a:pPr marL="342900" indent="-342900" latinLnBrk="0">
              <a:buClr>
                <a:srgbClr val="000000"/>
              </a:buClr>
              <a:buFont typeface="Arial"/>
              <a:buChar char="»"/>
            </a:pPr>
            <a:r>
              <a:rPr lang="ko-KR" altLang="en-US"/>
              <a:t>텍스트를 입력하십시오</a:t>
            </a:r>
          </a:p>
          <a:p>
            <a:pPr marL="742950" lvl="1" indent="-285750" latinLnBrk="0">
              <a:buClr>
                <a:srgbClr val="000000"/>
              </a:buClr>
              <a:buFont typeface="Arial"/>
              <a:buChar char="•"/>
            </a:pPr>
            <a:r>
              <a:rPr lang="ko-KR" altLang="en-US"/>
              <a:t>둘째 수준</a:t>
            </a:r>
          </a:p>
          <a:p>
            <a:pPr marL="1143000" lvl="2" indent="-228600" latinLnBrk="0">
              <a:buClr>
                <a:srgbClr val="000000"/>
              </a:buClr>
              <a:buFont typeface="Arial"/>
              <a:buChar char="•"/>
            </a:pPr>
            <a:r>
              <a:rPr lang="ko-KR" altLang="en-US"/>
              <a:t>셋째 수준</a:t>
            </a:r>
          </a:p>
          <a:p>
            <a:pPr marL="1600200" lvl="3" indent="-228600" latinLnBrk="0">
              <a:buClr>
                <a:srgbClr val="000000"/>
              </a:buClr>
              <a:buFont typeface="Arial"/>
              <a:buChar char="–"/>
            </a:pPr>
            <a:r>
              <a:rPr lang="ko-KR" altLang="en-US"/>
              <a:t>넷째 수준</a:t>
            </a:r>
          </a:p>
          <a:p>
            <a:pPr marL="2057400" lvl="4" indent="-228600" latinLnBrk="0">
              <a:buClr>
                <a:srgbClr val="000000"/>
              </a:buClr>
              <a:buFont typeface="Arial"/>
              <a:buChar char="–"/>
            </a:pPr>
            <a:r>
              <a:rPr lang="ko-KR" altLang="en-US"/>
              <a:t>다섯째 수준</a:t>
            </a:r>
          </a:p>
        </p:txBody>
      </p:sp>
      <p:sp>
        <p:nvSpPr>
          <p:cNvPr id="5" name="날짜 개체 틀 4"/>
          <p:cNvSpPr txBox="1">
            <a:spLocks noGrp="1"/>
          </p:cNvSpPr>
          <p:nvPr>
            <p:ph type="dt" sz="half" idx="10"/>
          </p:nvPr>
        </p:nvSpPr>
        <p:spPr>
          <a:xfrm>
            <a:off x="609600" y="6356350"/>
            <a:ext cx="2845435" cy="365760"/>
          </a:xfrm>
          <a:prstGeom prst="rect">
            <a:avLst/>
          </a:prstGeom>
        </p:spPr>
        <p:txBody>
          <a:bodyPr vert="horz" wrap="square" lIns="91440" tIns="45720" rIns="91440" bIns="45720" numCol="1" anchor="ctr">
            <a:noAutofit/>
          </a:bodyPr>
          <a:lstStyle/>
          <a:p>
            <a:pPr marL="0" indent="0" latinLnBrk="0">
              <a:buFontTx/>
              <a:buNone/>
            </a:pPr>
            <a:fld id="{B9320F77-B9A0-41C5-862A-B4B631284C64}" type="datetime1">
              <a:rPr lang="ko-KR" altLang="en-US"/>
              <a:t>2021-05-31</a:t>
            </a:fld>
            <a:endParaRPr lang="ko-KR" altLang="en-US"/>
          </a:p>
        </p:txBody>
      </p:sp>
      <p:sp>
        <p:nvSpPr>
          <p:cNvPr id="6" name="바닥글 개체 틀 5"/>
          <p:cNvSpPr txBox="1">
            <a:spLocks noGrp="1"/>
          </p:cNvSpPr>
          <p:nvPr>
            <p:ph type="ftr" sz="quarter" idx="11"/>
          </p:nvPr>
        </p:nvSpPr>
        <p:spPr>
          <a:xfrm>
            <a:off x="4165600" y="6356350"/>
            <a:ext cx="3861435" cy="365760"/>
          </a:xfrm>
          <a:prstGeom prst="rect">
            <a:avLst/>
          </a:prstGeom>
        </p:spPr>
        <p:txBody>
          <a:bodyPr vert="horz" wrap="square" lIns="91440" tIns="45720" rIns="91440" bIns="45720" numCol="1" anchor="ctr">
            <a:noAutofit/>
          </a:bodyPr>
          <a:lstStyle/>
          <a:p>
            <a:pPr marL="0" indent="0" latinLnBrk="0">
              <a:buFontTx/>
              <a:buNone/>
            </a:pPr>
            <a:endParaRPr/>
          </a:p>
        </p:txBody>
      </p:sp>
      <p:sp>
        <p:nvSpPr>
          <p:cNvPr id="7" name="슬라이드 번호 개체 틀 6"/>
          <p:cNvSpPr txBox="1">
            <a:spLocks noGrp="1"/>
          </p:cNvSpPr>
          <p:nvPr>
            <p:ph type="sldNum" sz="quarter" idx="12"/>
          </p:nvPr>
        </p:nvSpPr>
        <p:spPr>
          <a:xfrm>
            <a:off x="8737600" y="6356350"/>
            <a:ext cx="2845435" cy="365760"/>
          </a:xfrm>
          <a:prstGeom prst="rect">
            <a:avLst/>
          </a:prstGeom>
        </p:spPr>
        <p:txBody>
          <a:bodyPr vert="horz" wrap="square" lIns="91440" tIns="45720" rIns="91440" bIns="45720" numCol="1" anchor="ctr">
            <a:noAutofit/>
          </a:bodyPr>
          <a:lstStyle/>
          <a:p>
            <a:pPr marL="0" indent="0" latinLnBrk="0">
              <a:buFontTx/>
              <a:buNone/>
            </a:pPr>
            <a:fld id="{B9320F77-B9A0-41C5-862A-B4B631284C64}" type="slidenum">
              <a:rPr lang="ko-KR" altLang="en-US"/>
              <a:t>‹#›</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cSld name="비교">
    <p:spTree>
      <p:nvGrpSpPr>
        <p:cNvPr id="1" name=""/>
        <p:cNvGrpSpPr/>
        <p:nvPr/>
      </p:nvGrpSpPr>
      <p:grpSpPr>
        <a:xfrm>
          <a:off x="0" y="0"/>
          <a:ext cx="0" cy="0"/>
          <a:chOff x="0" y="0"/>
          <a:chExt cx="0" cy="0"/>
        </a:xfrm>
      </p:grpSpPr>
      <p:sp>
        <p:nvSpPr>
          <p:cNvPr id="2" name="제목 1"/>
          <p:cNvSpPr txBox="1">
            <a:spLocks noGrp="1"/>
          </p:cNvSpPr>
          <p:nvPr>
            <p:ph type="title"/>
          </p:nvPr>
        </p:nvSpPr>
        <p:spPr>
          <a:xfrm>
            <a:off x="609600" y="274955"/>
            <a:ext cx="10973435" cy="1143635"/>
          </a:xfrm>
          <a:prstGeom prst="rect">
            <a:avLst/>
          </a:prstGeom>
        </p:spPr>
        <p:txBody>
          <a:bodyPr vert="horz" wrap="square" lIns="91440" tIns="45720" rIns="91440" bIns="45720" numCol="1" anchor="ctr">
            <a:normAutofit/>
          </a:bodyPr>
          <a:lstStyle>
            <a:lvl1pPr marL="0" indent="0" latinLnBrk="0">
              <a:buFontTx/>
              <a:buNone/>
              <a:defRPr lang="en-GB" altLang="en-US"/>
            </a:lvl1pPr>
          </a:lstStyle>
          <a:p>
            <a:pPr marL="0" indent="0" latinLnBrk="0">
              <a:buFontTx/>
              <a:buNone/>
            </a:pPr>
            <a:r>
              <a:rPr lang="ko-KR" altLang="en-US"/>
              <a:t>제목을 입력하십시오</a:t>
            </a:r>
          </a:p>
        </p:txBody>
      </p:sp>
      <p:sp>
        <p:nvSpPr>
          <p:cNvPr id="3" name="텍스트 개체 틀 2"/>
          <p:cNvSpPr txBox="1">
            <a:spLocks noGrp="1"/>
          </p:cNvSpPr>
          <p:nvPr>
            <p:ph type="body" idx="1"/>
          </p:nvPr>
        </p:nvSpPr>
        <p:spPr>
          <a:xfrm>
            <a:off x="609600" y="1535430"/>
            <a:ext cx="5387340" cy="640080"/>
          </a:xfrm>
          <a:prstGeom prst="rect">
            <a:avLst/>
          </a:prstGeom>
        </p:spPr>
        <p:txBody>
          <a:bodyPr vert="horz" wrap="square" lIns="91440" tIns="45720" rIns="91440" bIns="45720" numCol="1" anchor="b">
            <a:normAutofit/>
          </a:bodyPr>
          <a:lstStyle>
            <a:lvl1pPr marL="0" indent="0" latinLnBrk="0">
              <a:buFontTx/>
              <a:buNone/>
              <a:defRPr lang="en-GB" altLang="en-US" sz="2400" b="1"/>
            </a:lvl1pPr>
            <a:lvl2pPr marL="457200" lvl="1" indent="0" latinLnBrk="0">
              <a:buFontTx/>
              <a:buNone/>
              <a:defRPr lang="en-GB" altLang="en-US" sz="2000" b="1"/>
            </a:lvl2pPr>
            <a:lvl3pPr marL="914400" lvl="2" indent="0" latinLnBrk="0">
              <a:buFontTx/>
              <a:buNone/>
              <a:defRPr lang="en-GB" altLang="en-US" sz="1800" b="1"/>
            </a:lvl3pPr>
            <a:lvl4pPr marL="1371600" lvl="3" indent="0" latinLnBrk="0">
              <a:buFontTx/>
              <a:buNone/>
              <a:defRPr lang="en-GB" altLang="en-US" sz="1600" b="1"/>
            </a:lvl4pPr>
            <a:lvl5pPr marL="1828800" lvl="4" indent="0" latinLnBrk="0">
              <a:buFontTx/>
              <a:buNone/>
              <a:defRPr lang="en-GB" altLang="en-US" sz="1600" b="1"/>
            </a:lvl5pPr>
            <a:lvl6pPr marL="2286000" lvl="5" indent="0" latinLnBrk="0">
              <a:buFontTx/>
              <a:buNone/>
              <a:defRPr lang="en-GB" altLang="en-US" sz="1600" b="1"/>
            </a:lvl6pPr>
            <a:lvl7pPr marL="2743200" lvl="6" indent="0" latinLnBrk="0">
              <a:buFontTx/>
              <a:buNone/>
              <a:defRPr lang="en-GB" altLang="en-US" sz="1600" b="1"/>
            </a:lvl7pPr>
            <a:lvl8pPr marL="3200400" lvl="7" indent="0" latinLnBrk="0">
              <a:buFontTx/>
              <a:buNone/>
              <a:defRPr lang="en-GB" altLang="en-US" sz="1600" b="1"/>
            </a:lvl8pPr>
            <a:lvl9pPr marL="3657600" lvl="8" indent="0" latinLnBrk="0">
              <a:buFontTx/>
              <a:buNone/>
              <a:defRPr lang="en-GB" altLang="en-US" sz="1600" b="1"/>
            </a:lvl9pPr>
          </a:lstStyle>
          <a:p>
            <a:pPr marL="0" indent="0" latinLnBrk="0">
              <a:buFontTx/>
              <a:buNone/>
            </a:pPr>
            <a:r>
              <a:rPr lang="ko-KR" altLang="en-US"/>
              <a:t>텍스트를 입력하십시오</a:t>
            </a:r>
          </a:p>
        </p:txBody>
      </p:sp>
      <p:sp>
        <p:nvSpPr>
          <p:cNvPr id="4" name="내용 개체 틀 3"/>
          <p:cNvSpPr txBox="1">
            <a:spLocks noGrp="1"/>
          </p:cNvSpPr>
          <p:nvPr>
            <p:ph sz="half" idx="2"/>
          </p:nvPr>
        </p:nvSpPr>
        <p:spPr>
          <a:xfrm>
            <a:off x="609600" y="2174875"/>
            <a:ext cx="5387340" cy="3952240"/>
          </a:xfrm>
          <a:prstGeom prst="rect">
            <a:avLst/>
          </a:prstGeom>
        </p:spPr>
        <p:txBody>
          <a:bodyPr vert="horz" wrap="square" lIns="91440" tIns="45720" rIns="91440" bIns="45720" numCol="1" anchor="t">
            <a:normAutofit/>
          </a:bodyPr>
          <a:lstStyle>
            <a:lvl1pPr marL="0" indent="0" latinLnBrk="0">
              <a:buFontTx/>
              <a:buNone/>
              <a:defRPr lang="en-GB" altLang="en-US" sz="2400"/>
            </a:lvl1pPr>
            <a:lvl2pPr marL="0" lvl="1" indent="0" latinLnBrk="0">
              <a:buFontTx/>
              <a:buNone/>
              <a:defRPr lang="en-GB" altLang="en-US" sz="2000"/>
            </a:lvl2pPr>
            <a:lvl3pPr marL="0" lvl="2" indent="0" latinLnBrk="0">
              <a:buFontTx/>
              <a:buNone/>
              <a:defRPr lang="en-GB" altLang="en-US" sz="1800"/>
            </a:lvl3pPr>
            <a:lvl4pPr marL="0" lvl="3" indent="0" latinLnBrk="0">
              <a:buFontTx/>
              <a:buNone/>
              <a:defRPr lang="en-GB" altLang="en-US" sz="1600"/>
            </a:lvl4pPr>
            <a:lvl5pPr marL="0" lvl="4" indent="0" latinLnBrk="0">
              <a:buFontTx/>
              <a:buNone/>
              <a:defRPr lang="en-GB" altLang="en-US" sz="1600"/>
            </a:lvl5pPr>
            <a:lvl6pPr marL="0" lvl="5" indent="0" latinLnBrk="0">
              <a:buFontTx/>
              <a:buNone/>
              <a:defRPr lang="en-GB" altLang="en-US" sz="1600"/>
            </a:lvl6pPr>
            <a:lvl7pPr marL="0" lvl="6" indent="0" latinLnBrk="0">
              <a:buFontTx/>
              <a:buNone/>
              <a:defRPr lang="en-GB" altLang="en-US" sz="1600"/>
            </a:lvl7pPr>
            <a:lvl8pPr marL="0" lvl="7" indent="0" latinLnBrk="0">
              <a:buFontTx/>
              <a:buNone/>
              <a:defRPr lang="en-GB" altLang="en-US" sz="1600"/>
            </a:lvl8pPr>
            <a:lvl9pPr marL="0" lvl="8" indent="0" latinLnBrk="0">
              <a:buFontTx/>
              <a:buNone/>
              <a:defRPr lang="en-GB" altLang="en-US" sz="1600"/>
            </a:lvl9pPr>
          </a:lstStyle>
          <a:p>
            <a:pPr marL="342900" indent="-342900" latinLnBrk="0">
              <a:buClr>
                <a:srgbClr val="000000"/>
              </a:buClr>
              <a:buFont typeface="Arial"/>
              <a:buChar char="•"/>
            </a:pPr>
            <a:r>
              <a:rPr lang="ko-KR" altLang="en-US"/>
              <a:t>텍스트를 입력하십시오</a:t>
            </a:r>
          </a:p>
          <a:p>
            <a:pPr marL="742950" lvl="1" indent="-285750" latinLnBrk="0">
              <a:buClr>
                <a:srgbClr val="000000"/>
              </a:buClr>
              <a:buFont typeface="Arial"/>
              <a:buChar char="•"/>
            </a:pPr>
            <a:r>
              <a:rPr lang="ko-KR" altLang="en-US"/>
              <a:t>둘째 수준</a:t>
            </a:r>
          </a:p>
          <a:p>
            <a:pPr marL="1143000" lvl="2" indent="-228600" latinLnBrk="0">
              <a:buClr>
                <a:srgbClr val="000000"/>
              </a:buClr>
              <a:buFont typeface="Arial"/>
              <a:buChar char="•"/>
            </a:pPr>
            <a:r>
              <a:rPr lang="ko-KR" altLang="en-US"/>
              <a:t>셋째 수준</a:t>
            </a:r>
          </a:p>
          <a:p>
            <a:pPr marL="1600200" lvl="3" indent="-228600" latinLnBrk="0">
              <a:buClr>
                <a:srgbClr val="000000"/>
              </a:buClr>
              <a:buFont typeface="Arial"/>
              <a:buChar char="–"/>
            </a:pPr>
            <a:r>
              <a:rPr lang="ko-KR" altLang="en-US"/>
              <a:t>넷째 수준</a:t>
            </a:r>
          </a:p>
          <a:p>
            <a:pPr marL="2057400" lvl="4" indent="-228600" latinLnBrk="0">
              <a:buClr>
                <a:srgbClr val="000000"/>
              </a:buClr>
              <a:buFont typeface="Arial"/>
              <a:buChar char="–"/>
            </a:pPr>
            <a:r>
              <a:rPr lang="ko-KR" altLang="en-US"/>
              <a:t>다섯째 수준</a:t>
            </a:r>
          </a:p>
        </p:txBody>
      </p:sp>
      <p:sp>
        <p:nvSpPr>
          <p:cNvPr id="5" name="텍스트 개체 틀 4"/>
          <p:cNvSpPr txBox="1">
            <a:spLocks noGrp="1"/>
          </p:cNvSpPr>
          <p:nvPr>
            <p:ph type="body" sz="quarter" idx="3"/>
          </p:nvPr>
        </p:nvSpPr>
        <p:spPr>
          <a:xfrm>
            <a:off x="6193155" y="1535430"/>
            <a:ext cx="5389880" cy="640080"/>
          </a:xfrm>
          <a:prstGeom prst="rect">
            <a:avLst/>
          </a:prstGeom>
        </p:spPr>
        <p:txBody>
          <a:bodyPr vert="horz" wrap="square" lIns="91440" tIns="45720" rIns="91440" bIns="45720" numCol="1" anchor="b">
            <a:normAutofit/>
          </a:bodyPr>
          <a:lstStyle>
            <a:lvl1pPr marL="0" indent="0" latinLnBrk="0">
              <a:buFontTx/>
              <a:buNone/>
              <a:defRPr lang="en-GB" altLang="en-US" sz="2400" b="1"/>
            </a:lvl1pPr>
            <a:lvl2pPr marL="457200" lvl="1" indent="0" latinLnBrk="0">
              <a:buFontTx/>
              <a:buNone/>
              <a:defRPr lang="en-GB" altLang="en-US" sz="2000" b="1"/>
            </a:lvl2pPr>
            <a:lvl3pPr marL="914400" lvl="2" indent="0" latinLnBrk="0">
              <a:buFontTx/>
              <a:buNone/>
              <a:defRPr lang="en-GB" altLang="en-US" sz="1800" b="1"/>
            </a:lvl3pPr>
            <a:lvl4pPr marL="1371600" lvl="3" indent="0" latinLnBrk="0">
              <a:buFontTx/>
              <a:buNone/>
              <a:defRPr lang="en-GB" altLang="en-US" sz="1600" b="1"/>
            </a:lvl4pPr>
            <a:lvl5pPr marL="1828800" lvl="4" indent="0" latinLnBrk="0">
              <a:buFontTx/>
              <a:buNone/>
              <a:defRPr lang="en-GB" altLang="en-US" sz="1600" b="1"/>
            </a:lvl5pPr>
            <a:lvl6pPr marL="2286000" lvl="5" indent="0" latinLnBrk="0">
              <a:buFontTx/>
              <a:buNone/>
              <a:defRPr lang="en-GB" altLang="en-US" sz="1600" b="1"/>
            </a:lvl6pPr>
            <a:lvl7pPr marL="2743200" lvl="6" indent="0" latinLnBrk="0">
              <a:buFontTx/>
              <a:buNone/>
              <a:defRPr lang="en-GB" altLang="en-US" sz="1600" b="1"/>
            </a:lvl7pPr>
            <a:lvl8pPr marL="3200400" lvl="7" indent="0" latinLnBrk="0">
              <a:buFontTx/>
              <a:buNone/>
              <a:defRPr lang="en-GB" altLang="en-US" sz="1600" b="1"/>
            </a:lvl8pPr>
            <a:lvl9pPr marL="3657600" lvl="8" indent="0" latinLnBrk="0">
              <a:buFontTx/>
              <a:buNone/>
              <a:defRPr lang="en-GB" altLang="en-US" sz="1600" b="1"/>
            </a:lvl9pPr>
          </a:lstStyle>
          <a:p>
            <a:pPr marL="0" indent="0" latinLnBrk="0">
              <a:buFontTx/>
              <a:buNone/>
            </a:pPr>
            <a:r>
              <a:rPr lang="ko-KR" altLang="en-US"/>
              <a:t>텍스트를 입력하십시오</a:t>
            </a:r>
          </a:p>
        </p:txBody>
      </p:sp>
      <p:sp>
        <p:nvSpPr>
          <p:cNvPr id="6" name="내용 개체 틀 5"/>
          <p:cNvSpPr txBox="1">
            <a:spLocks noGrp="1"/>
          </p:cNvSpPr>
          <p:nvPr>
            <p:ph sz="quarter" idx="4"/>
          </p:nvPr>
        </p:nvSpPr>
        <p:spPr>
          <a:xfrm>
            <a:off x="6193155" y="2174875"/>
            <a:ext cx="5389880" cy="3952240"/>
          </a:xfrm>
          <a:prstGeom prst="rect">
            <a:avLst/>
          </a:prstGeom>
        </p:spPr>
        <p:txBody>
          <a:bodyPr vert="horz" wrap="square" lIns="91440" tIns="45720" rIns="91440" bIns="45720" numCol="1" anchor="t">
            <a:normAutofit/>
          </a:bodyPr>
          <a:lstStyle>
            <a:lvl1pPr marL="0" indent="0" latinLnBrk="0">
              <a:buFontTx/>
              <a:buNone/>
              <a:defRPr lang="en-GB" altLang="en-US" sz="2400"/>
            </a:lvl1pPr>
            <a:lvl2pPr marL="0" lvl="1" indent="0" latinLnBrk="0">
              <a:buFontTx/>
              <a:buNone/>
              <a:defRPr lang="en-GB" altLang="en-US" sz="2000"/>
            </a:lvl2pPr>
            <a:lvl3pPr marL="0" lvl="2" indent="0" latinLnBrk="0">
              <a:buFontTx/>
              <a:buNone/>
              <a:defRPr lang="en-GB" altLang="en-US" sz="1800"/>
            </a:lvl3pPr>
            <a:lvl4pPr marL="0" lvl="3" indent="0" latinLnBrk="0">
              <a:buFontTx/>
              <a:buNone/>
              <a:defRPr lang="en-GB" altLang="en-US" sz="1600"/>
            </a:lvl4pPr>
            <a:lvl5pPr marL="0" lvl="4" indent="0" latinLnBrk="0">
              <a:buFontTx/>
              <a:buNone/>
              <a:defRPr lang="en-GB" altLang="en-US" sz="1600"/>
            </a:lvl5pPr>
            <a:lvl6pPr marL="0" lvl="5" indent="0" latinLnBrk="0">
              <a:buFontTx/>
              <a:buNone/>
              <a:defRPr lang="en-GB" altLang="en-US" sz="1600"/>
            </a:lvl6pPr>
            <a:lvl7pPr marL="0" lvl="6" indent="0" latinLnBrk="0">
              <a:buFontTx/>
              <a:buNone/>
              <a:defRPr lang="en-GB" altLang="en-US" sz="1600"/>
            </a:lvl7pPr>
            <a:lvl8pPr marL="0" lvl="7" indent="0" latinLnBrk="0">
              <a:buFontTx/>
              <a:buNone/>
              <a:defRPr lang="en-GB" altLang="en-US" sz="1600"/>
            </a:lvl8pPr>
            <a:lvl9pPr marL="0" lvl="8" indent="0" latinLnBrk="0">
              <a:buFontTx/>
              <a:buNone/>
              <a:defRPr lang="en-GB" altLang="en-US" sz="1600"/>
            </a:lvl9pPr>
          </a:lstStyle>
          <a:p>
            <a:pPr marL="342900" indent="-342900" latinLnBrk="0">
              <a:buClr>
                <a:srgbClr val="000000"/>
              </a:buClr>
              <a:buFont typeface="Arial"/>
              <a:buChar char="»"/>
            </a:pPr>
            <a:r>
              <a:rPr lang="ko-KR" altLang="en-US"/>
              <a:t>텍스트를 입력하십시오</a:t>
            </a:r>
          </a:p>
          <a:p>
            <a:pPr marL="742950" lvl="1" indent="-285750" latinLnBrk="0">
              <a:buClr>
                <a:srgbClr val="000000"/>
              </a:buClr>
              <a:buFont typeface="Arial"/>
              <a:buChar char="•"/>
            </a:pPr>
            <a:r>
              <a:rPr lang="ko-KR" altLang="en-US"/>
              <a:t>둘째 수준</a:t>
            </a:r>
          </a:p>
          <a:p>
            <a:pPr marL="1143000" lvl="2" indent="-228600" latinLnBrk="0">
              <a:buClr>
                <a:srgbClr val="000000"/>
              </a:buClr>
              <a:buFont typeface="Arial"/>
              <a:buChar char="•"/>
            </a:pPr>
            <a:r>
              <a:rPr lang="ko-KR" altLang="en-US"/>
              <a:t>셋째 수준</a:t>
            </a:r>
          </a:p>
          <a:p>
            <a:pPr marL="1600200" lvl="3" indent="-228600" latinLnBrk="0">
              <a:buClr>
                <a:srgbClr val="000000"/>
              </a:buClr>
              <a:buFont typeface="Arial"/>
              <a:buChar char="–"/>
            </a:pPr>
            <a:r>
              <a:rPr lang="ko-KR" altLang="en-US"/>
              <a:t>넷째 수준</a:t>
            </a:r>
          </a:p>
          <a:p>
            <a:pPr marL="2057400" lvl="4" indent="-228600" latinLnBrk="0">
              <a:buClr>
                <a:srgbClr val="000000"/>
              </a:buClr>
              <a:buFont typeface="Arial"/>
              <a:buChar char="–"/>
            </a:pPr>
            <a:r>
              <a:rPr lang="ko-KR" altLang="en-US"/>
              <a:t>다섯째 수준</a:t>
            </a:r>
          </a:p>
        </p:txBody>
      </p:sp>
      <p:sp>
        <p:nvSpPr>
          <p:cNvPr id="7" name="날짜 개체 틀 6"/>
          <p:cNvSpPr txBox="1">
            <a:spLocks noGrp="1"/>
          </p:cNvSpPr>
          <p:nvPr>
            <p:ph type="dt" sz="half" idx="10"/>
          </p:nvPr>
        </p:nvSpPr>
        <p:spPr>
          <a:xfrm>
            <a:off x="609600" y="6356350"/>
            <a:ext cx="2845435" cy="365760"/>
          </a:xfrm>
          <a:prstGeom prst="rect">
            <a:avLst/>
          </a:prstGeom>
        </p:spPr>
        <p:txBody>
          <a:bodyPr vert="horz" wrap="square" lIns="91440" tIns="45720" rIns="91440" bIns="45720" numCol="1" anchor="ctr">
            <a:noAutofit/>
          </a:bodyPr>
          <a:lstStyle/>
          <a:p>
            <a:pPr marL="0" indent="0" latinLnBrk="0">
              <a:buFontTx/>
              <a:buNone/>
            </a:pPr>
            <a:fld id="{B9320F77-B9A0-41C5-862A-B4B631284C64}" type="datetime1">
              <a:rPr lang="ko-KR" altLang="en-US"/>
              <a:t>2021-05-31</a:t>
            </a:fld>
            <a:endParaRPr lang="ko-KR" altLang="en-US"/>
          </a:p>
        </p:txBody>
      </p:sp>
      <p:sp>
        <p:nvSpPr>
          <p:cNvPr id="8" name="바닥글 개체 틀 7"/>
          <p:cNvSpPr txBox="1">
            <a:spLocks noGrp="1"/>
          </p:cNvSpPr>
          <p:nvPr>
            <p:ph type="ftr" sz="quarter" idx="11"/>
          </p:nvPr>
        </p:nvSpPr>
        <p:spPr>
          <a:xfrm>
            <a:off x="4165600" y="6356350"/>
            <a:ext cx="3861435" cy="365760"/>
          </a:xfrm>
          <a:prstGeom prst="rect">
            <a:avLst/>
          </a:prstGeom>
        </p:spPr>
        <p:txBody>
          <a:bodyPr vert="horz" wrap="square" lIns="91440" tIns="45720" rIns="91440" bIns="45720" numCol="1" anchor="ctr">
            <a:noAutofit/>
          </a:bodyPr>
          <a:lstStyle/>
          <a:p>
            <a:pPr marL="0" indent="0" latinLnBrk="0">
              <a:buFontTx/>
              <a:buNone/>
            </a:pPr>
            <a:endParaRPr/>
          </a:p>
        </p:txBody>
      </p:sp>
      <p:sp>
        <p:nvSpPr>
          <p:cNvPr id="9" name="슬라이드 번호 개체 틀 8"/>
          <p:cNvSpPr txBox="1">
            <a:spLocks noGrp="1"/>
          </p:cNvSpPr>
          <p:nvPr>
            <p:ph type="sldNum" sz="quarter" idx="12"/>
          </p:nvPr>
        </p:nvSpPr>
        <p:spPr>
          <a:xfrm>
            <a:off x="8737600" y="6356350"/>
            <a:ext cx="2845435" cy="365760"/>
          </a:xfrm>
          <a:prstGeom prst="rect">
            <a:avLst/>
          </a:prstGeom>
        </p:spPr>
        <p:txBody>
          <a:bodyPr vert="horz" wrap="square" lIns="91440" tIns="45720" rIns="91440" bIns="45720" numCol="1" anchor="ctr">
            <a:noAutofit/>
          </a:bodyPr>
          <a:lstStyle/>
          <a:p>
            <a:pPr marL="0" indent="0" latinLnBrk="0">
              <a:buFontTx/>
              <a:buNone/>
            </a:pPr>
            <a:fld id="{B9320F77-B9A0-41C5-862A-B4B631284C64}" type="slidenum">
              <a:rPr lang="ko-KR" altLang="en-US"/>
              <a:t>‹#›</a:t>
            </a:fld>
            <a:endParaRPr lang="ko-KR"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제목만">
    <p:spTree>
      <p:nvGrpSpPr>
        <p:cNvPr id="1" name=""/>
        <p:cNvGrpSpPr/>
        <p:nvPr/>
      </p:nvGrpSpPr>
      <p:grpSpPr>
        <a:xfrm>
          <a:off x="0" y="0"/>
          <a:ext cx="0" cy="0"/>
          <a:chOff x="0" y="0"/>
          <a:chExt cx="0" cy="0"/>
        </a:xfrm>
      </p:grpSpPr>
      <p:sp>
        <p:nvSpPr>
          <p:cNvPr id="2" name="제목 1"/>
          <p:cNvSpPr txBox="1">
            <a:spLocks noGrp="1"/>
          </p:cNvSpPr>
          <p:nvPr>
            <p:ph type="title"/>
          </p:nvPr>
        </p:nvSpPr>
        <p:spPr>
          <a:xfrm>
            <a:off x="609600" y="274955"/>
            <a:ext cx="10973435" cy="1143635"/>
          </a:xfrm>
          <a:prstGeom prst="rect">
            <a:avLst/>
          </a:prstGeom>
        </p:spPr>
        <p:txBody>
          <a:bodyPr vert="horz" wrap="square" lIns="91440" tIns="45720" rIns="91440" bIns="45720" numCol="1" anchor="ctr">
            <a:normAutofit/>
          </a:bodyPr>
          <a:lstStyle/>
          <a:p>
            <a:pPr marL="0" indent="0" latinLnBrk="0">
              <a:buFontTx/>
              <a:buNone/>
            </a:pPr>
            <a:r>
              <a:rPr lang="ko-KR" altLang="en-US"/>
              <a:t>제목을 입력하십시오</a:t>
            </a:r>
          </a:p>
        </p:txBody>
      </p:sp>
      <p:sp>
        <p:nvSpPr>
          <p:cNvPr id="3" name="날짜 개체 틀 2"/>
          <p:cNvSpPr txBox="1">
            <a:spLocks noGrp="1"/>
          </p:cNvSpPr>
          <p:nvPr>
            <p:ph type="dt" sz="half" idx="10"/>
          </p:nvPr>
        </p:nvSpPr>
        <p:spPr>
          <a:xfrm>
            <a:off x="609600" y="6356350"/>
            <a:ext cx="2845435" cy="365760"/>
          </a:xfrm>
          <a:prstGeom prst="rect">
            <a:avLst/>
          </a:prstGeom>
        </p:spPr>
        <p:txBody>
          <a:bodyPr vert="horz" wrap="square" lIns="91440" tIns="45720" rIns="91440" bIns="45720" numCol="1" anchor="ctr">
            <a:noAutofit/>
          </a:bodyPr>
          <a:lstStyle/>
          <a:p>
            <a:pPr marL="0" indent="0" latinLnBrk="0">
              <a:buFontTx/>
              <a:buNone/>
            </a:pPr>
            <a:fld id="{B9320F77-B9A0-41C5-862A-B4B631284C64}" type="datetime1">
              <a:rPr lang="ko-KR" altLang="en-US"/>
              <a:t>2021-05-31</a:t>
            </a:fld>
            <a:endParaRPr lang="ko-KR" altLang="en-US"/>
          </a:p>
        </p:txBody>
      </p:sp>
      <p:sp>
        <p:nvSpPr>
          <p:cNvPr id="4" name="바닥글 개체 틀 3"/>
          <p:cNvSpPr txBox="1">
            <a:spLocks noGrp="1"/>
          </p:cNvSpPr>
          <p:nvPr>
            <p:ph type="ftr" sz="quarter" idx="11"/>
          </p:nvPr>
        </p:nvSpPr>
        <p:spPr>
          <a:xfrm>
            <a:off x="4165600" y="6356350"/>
            <a:ext cx="3861435" cy="365760"/>
          </a:xfrm>
          <a:prstGeom prst="rect">
            <a:avLst/>
          </a:prstGeom>
        </p:spPr>
        <p:txBody>
          <a:bodyPr vert="horz" wrap="square" lIns="91440" tIns="45720" rIns="91440" bIns="45720" numCol="1" anchor="ctr">
            <a:noAutofit/>
          </a:bodyPr>
          <a:lstStyle/>
          <a:p>
            <a:pPr marL="0" indent="0" latinLnBrk="0">
              <a:buFontTx/>
              <a:buNone/>
            </a:pPr>
            <a:endParaRPr/>
          </a:p>
        </p:txBody>
      </p:sp>
      <p:sp>
        <p:nvSpPr>
          <p:cNvPr id="5" name="슬라이드 번호 개체 틀 4"/>
          <p:cNvSpPr txBox="1">
            <a:spLocks noGrp="1"/>
          </p:cNvSpPr>
          <p:nvPr>
            <p:ph type="sldNum" sz="quarter" idx="12"/>
          </p:nvPr>
        </p:nvSpPr>
        <p:spPr>
          <a:xfrm>
            <a:off x="8737600" y="6356350"/>
            <a:ext cx="2845435" cy="365760"/>
          </a:xfrm>
          <a:prstGeom prst="rect">
            <a:avLst/>
          </a:prstGeom>
        </p:spPr>
        <p:txBody>
          <a:bodyPr vert="horz" wrap="square" lIns="91440" tIns="45720" rIns="91440" bIns="45720" numCol="1" anchor="ctr">
            <a:noAutofit/>
          </a:bodyPr>
          <a:lstStyle/>
          <a:p>
            <a:pPr marL="0" indent="0" latinLnBrk="0">
              <a:buFontTx/>
              <a:buNone/>
            </a:pPr>
            <a:fld id="{B9320F77-B9A0-41C5-862A-B4B631284C64}" type="slidenum">
              <a:rPr lang="ko-KR" altLang="en-US"/>
              <a:t>‹#›</a:t>
            </a:fld>
            <a:endParaRPr lang="ko-KR"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빈 화면">
    <p:spTree>
      <p:nvGrpSpPr>
        <p:cNvPr id="1" name=""/>
        <p:cNvGrpSpPr/>
        <p:nvPr/>
      </p:nvGrpSpPr>
      <p:grpSpPr>
        <a:xfrm>
          <a:off x="0" y="0"/>
          <a:ext cx="0" cy="0"/>
          <a:chOff x="0" y="0"/>
          <a:chExt cx="0" cy="0"/>
        </a:xfrm>
      </p:grpSpPr>
      <p:sp>
        <p:nvSpPr>
          <p:cNvPr id="2" name="날짜 개체 틀 1"/>
          <p:cNvSpPr txBox="1">
            <a:spLocks noGrp="1"/>
          </p:cNvSpPr>
          <p:nvPr>
            <p:ph type="dt" sz="half" idx="10"/>
          </p:nvPr>
        </p:nvSpPr>
        <p:spPr>
          <a:xfrm>
            <a:off x="609600" y="6356350"/>
            <a:ext cx="2845435" cy="365760"/>
          </a:xfrm>
          <a:prstGeom prst="rect">
            <a:avLst/>
          </a:prstGeom>
        </p:spPr>
        <p:txBody>
          <a:bodyPr vert="horz" wrap="square" lIns="91440" tIns="45720" rIns="91440" bIns="45720" numCol="1" anchor="ctr">
            <a:noAutofit/>
          </a:bodyPr>
          <a:lstStyle/>
          <a:p>
            <a:pPr marL="0" indent="0" latinLnBrk="0">
              <a:buFontTx/>
              <a:buNone/>
            </a:pPr>
            <a:fld id="{B9320F77-B9A0-41C5-862A-B4B631284C64}" type="datetime1">
              <a:rPr lang="ko-KR" altLang="en-US"/>
              <a:t>2021-05-31</a:t>
            </a:fld>
            <a:endParaRPr lang="ko-KR" altLang="en-US"/>
          </a:p>
        </p:txBody>
      </p:sp>
      <p:sp>
        <p:nvSpPr>
          <p:cNvPr id="3" name="바닥글 개체 틀 2"/>
          <p:cNvSpPr txBox="1">
            <a:spLocks noGrp="1"/>
          </p:cNvSpPr>
          <p:nvPr>
            <p:ph type="ftr" sz="quarter" idx="11"/>
          </p:nvPr>
        </p:nvSpPr>
        <p:spPr>
          <a:xfrm>
            <a:off x="4165600" y="6356350"/>
            <a:ext cx="3861435" cy="365760"/>
          </a:xfrm>
          <a:prstGeom prst="rect">
            <a:avLst/>
          </a:prstGeom>
        </p:spPr>
        <p:txBody>
          <a:bodyPr vert="horz" wrap="square" lIns="91440" tIns="45720" rIns="91440" bIns="45720" numCol="1" anchor="ctr">
            <a:noAutofit/>
          </a:bodyPr>
          <a:lstStyle/>
          <a:p>
            <a:pPr marL="0" indent="0" latinLnBrk="0">
              <a:buFontTx/>
              <a:buNone/>
            </a:pPr>
            <a:endParaRPr/>
          </a:p>
        </p:txBody>
      </p:sp>
      <p:sp>
        <p:nvSpPr>
          <p:cNvPr id="4" name="슬라이드 번호 개체 틀 3"/>
          <p:cNvSpPr txBox="1">
            <a:spLocks noGrp="1"/>
          </p:cNvSpPr>
          <p:nvPr>
            <p:ph type="sldNum" sz="quarter" idx="12"/>
          </p:nvPr>
        </p:nvSpPr>
        <p:spPr>
          <a:xfrm>
            <a:off x="8737600" y="6356350"/>
            <a:ext cx="2845435" cy="365760"/>
          </a:xfrm>
          <a:prstGeom prst="rect">
            <a:avLst/>
          </a:prstGeom>
        </p:spPr>
        <p:txBody>
          <a:bodyPr vert="horz" wrap="square" lIns="91440" tIns="45720" rIns="91440" bIns="45720" numCol="1" anchor="ctr">
            <a:noAutofit/>
          </a:bodyPr>
          <a:lstStyle/>
          <a:p>
            <a:pPr marL="0" indent="0" latinLnBrk="0">
              <a:buFontTx/>
              <a:buNone/>
            </a:pPr>
            <a:fld id="{B9320F77-B9A0-41C5-862A-B4B631284C64}" type="slidenum">
              <a:rPr lang="ko-KR" altLang="en-US"/>
              <a:t>‹#›</a:t>
            </a:fld>
            <a:endParaRPr lang="ko-KR"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cSld name="캡션 있는 콘텐츠">
    <p:spTree>
      <p:nvGrpSpPr>
        <p:cNvPr id="1" name=""/>
        <p:cNvGrpSpPr/>
        <p:nvPr/>
      </p:nvGrpSpPr>
      <p:grpSpPr>
        <a:xfrm>
          <a:off x="0" y="0"/>
          <a:ext cx="0" cy="0"/>
          <a:chOff x="0" y="0"/>
          <a:chExt cx="0" cy="0"/>
        </a:xfrm>
      </p:grpSpPr>
      <p:sp>
        <p:nvSpPr>
          <p:cNvPr id="2" name="제목 1"/>
          <p:cNvSpPr txBox="1">
            <a:spLocks noGrp="1"/>
          </p:cNvSpPr>
          <p:nvPr>
            <p:ph type="title"/>
          </p:nvPr>
        </p:nvSpPr>
        <p:spPr>
          <a:xfrm>
            <a:off x="609600" y="273050"/>
            <a:ext cx="4011930" cy="1162685"/>
          </a:xfrm>
          <a:prstGeom prst="rect">
            <a:avLst/>
          </a:prstGeom>
        </p:spPr>
        <p:txBody>
          <a:bodyPr vert="horz" wrap="square" lIns="91440" tIns="45720" rIns="91440" bIns="45720" numCol="1" anchor="b">
            <a:normAutofit/>
          </a:bodyPr>
          <a:lstStyle>
            <a:lvl1pPr marL="0" indent="0" algn="l" latinLnBrk="0">
              <a:buFontTx/>
              <a:buNone/>
              <a:defRPr lang="en-GB" altLang="en-US" sz="2000" b="1"/>
            </a:lvl1pPr>
          </a:lstStyle>
          <a:p>
            <a:pPr marL="0" indent="0" latinLnBrk="0">
              <a:buFontTx/>
              <a:buNone/>
            </a:pPr>
            <a:r>
              <a:rPr lang="ko-KR" altLang="en-US"/>
              <a:t>제목을 입력하십시오</a:t>
            </a:r>
          </a:p>
        </p:txBody>
      </p:sp>
      <p:sp>
        <p:nvSpPr>
          <p:cNvPr id="3" name="내용 개체 틀 2"/>
          <p:cNvSpPr txBox="1">
            <a:spLocks noGrp="1"/>
          </p:cNvSpPr>
          <p:nvPr>
            <p:ph idx="1"/>
          </p:nvPr>
        </p:nvSpPr>
        <p:spPr>
          <a:xfrm>
            <a:off x="4766945" y="273050"/>
            <a:ext cx="6816090" cy="5854065"/>
          </a:xfrm>
          <a:prstGeom prst="rect">
            <a:avLst/>
          </a:prstGeom>
        </p:spPr>
        <p:txBody>
          <a:bodyPr vert="horz" wrap="square" lIns="91440" tIns="45720" rIns="91440" bIns="45720" numCol="1" anchor="t">
            <a:normAutofit/>
          </a:bodyPr>
          <a:lstStyle>
            <a:lvl1pPr marL="0" indent="0" latinLnBrk="0">
              <a:buFontTx/>
              <a:buNone/>
              <a:defRPr lang="en-GB" altLang="en-US" sz="3200"/>
            </a:lvl1pPr>
            <a:lvl2pPr marL="0" lvl="1" indent="0" latinLnBrk="0">
              <a:buFontTx/>
              <a:buNone/>
              <a:defRPr lang="en-GB" altLang="en-US" sz="2800"/>
            </a:lvl2pPr>
            <a:lvl3pPr marL="0" lvl="2" indent="0" latinLnBrk="0">
              <a:buFontTx/>
              <a:buNone/>
              <a:defRPr lang="en-GB" altLang="en-US" sz="2400"/>
            </a:lvl3pPr>
            <a:lvl4pPr marL="0" lvl="3" indent="0" latinLnBrk="0">
              <a:buFontTx/>
              <a:buNone/>
              <a:defRPr lang="en-GB" altLang="en-US" sz="2000"/>
            </a:lvl4pPr>
            <a:lvl5pPr marL="0" lvl="4" indent="0" latinLnBrk="0">
              <a:buFontTx/>
              <a:buNone/>
              <a:defRPr lang="en-GB" altLang="en-US" sz="2000"/>
            </a:lvl5pPr>
            <a:lvl6pPr marL="0" lvl="5" indent="0" latinLnBrk="0">
              <a:buFontTx/>
              <a:buNone/>
              <a:defRPr lang="en-GB" altLang="en-US" sz="2000"/>
            </a:lvl6pPr>
            <a:lvl7pPr marL="0" lvl="6" indent="0" latinLnBrk="0">
              <a:buFontTx/>
              <a:buNone/>
              <a:defRPr lang="en-GB" altLang="en-US" sz="2000"/>
            </a:lvl7pPr>
            <a:lvl8pPr marL="0" lvl="7" indent="0" latinLnBrk="0">
              <a:buFontTx/>
              <a:buNone/>
              <a:defRPr lang="en-GB" altLang="en-US" sz="2000"/>
            </a:lvl8pPr>
            <a:lvl9pPr marL="0" lvl="8" indent="0" latinLnBrk="0">
              <a:buFontTx/>
              <a:buNone/>
              <a:defRPr lang="en-GB" altLang="en-US" sz="2000"/>
            </a:lvl9pPr>
          </a:lstStyle>
          <a:p>
            <a:pPr marL="342900" indent="-342900" latinLnBrk="0">
              <a:buClr>
                <a:srgbClr val="000000"/>
              </a:buClr>
              <a:buFont typeface="Arial"/>
              <a:buChar char="»"/>
            </a:pPr>
            <a:r>
              <a:rPr lang="ko-KR" altLang="en-US"/>
              <a:t>텍스트를 입력하십시오</a:t>
            </a:r>
          </a:p>
          <a:p>
            <a:pPr marL="742950" lvl="1" indent="-285750" latinLnBrk="0">
              <a:buClr>
                <a:srgbClr val="000000"/>
              </a:buClr>
              <a:buFont typeface="Arial"/>
              <a:buChar char="•"/>
            </a:pPr>
            <a:r>
              <a:rPr lang="ko-KR" altLang="en-US"/>
              <a:t>둘째 수준</a:t>
            </a:r>
          </a:p>
          <a:p>
            <a:pPr marL="1143000" lvl="2" indent="-228600" latinLnBrk="0">
              <a:buClr>
                <a:srgbClr val="000000"/>
              </a:buClr>
              <a:buFont typeface="Arial"/>
              <a:buChar char="•"/>
            </a:pPr>
            <a:r>
              <a:rPr lang="ko-KR" altLang="en-US"/>
              <a:t>셋째 수준</a:t>
            </a:r>
          </a:p>
          <a:p>
            <a:pPr marL="1600200" lvl="3" indent="-228600" latinLnBrk="0">
              <a:buClr>
                <a:srgbClr val="000000"/>
              </a:buClr>
              <a:buFont typeface="Arial"/>
              <a:buChar char="–"/>
            </a:pPr>
            <a:r>
              <a:rPr lang="ko-KR" altLang="en-US"/>
              <a:t>넷째 수준</a:t>
            </a:r>
          </a:p>
          <a:p>
            <a:pPr marL="2057400" lvl="4" indent="-228600" latinLnBrk="0">
              <a:buClr>
                <a:srgbClr val="000000"/>
              </a:buClr>
              <a:buFont typeface="Arial"/>
              <a:buChar char="–"/>
            </a:pPr>
            <a:r>
              <a:rPr lang="ko-KR" altLang="en-US"/>
              <a:t>다섯째 수준</a:t>
            </a:r>
          </a:p>
        </p:txBody>
      </p:sp>
      <p:sp>
        <p:nvSpPr>
          <p:cNvPr id="4" name="텍스트 개체 틀 3"/>
          <p:cNvSpPr txBox="1">
            <a:spLocks noGrp="1"/>
          </p:cNvSpPr>
          <p:nvPr>
            <p:ph type="body" sz="half" idx="2"/>
          </p:nvPr>
        </p:nvSpPr>
        <p:spPr>
          <a:xfrm>
            <a:off x="609600" y="1435100"/>
            <a:ext cx="4011930" cy="4692015"/>
          </a:xfrm>
          <a:prstGeom prst="rect">
            <a:avLst/>
          </a:prstGeom>
        </p:spPr>
        <p:txBody>
          <a:bodyPr vert="horz" wrap="square" lIns="91440" tIns="45720" rIns="91440" bIns="45720" numCol="1" anchor="t">
            <a:normAutofit/>
          </a:bodyPr>
          <a:lstStyle>
            <a:lvl1pPr marL="0" indent="0" latinLnBrk="0">
              <a:buFontTx/>
              <a:buNone/>
              <a:defRPr lang="en-GB" altLang="en-US" sz="1400"/>
            </a:lvl1pPr>
            <a:lvl2pPr marL="457200" lvl="1" indent="0" latinLnBrk="0">
              <a:buFontTx/>
              <a:buNone/>
              <a:defRPr lang="en-GB" altLang="en-US" sz="1200"/>
            </a:lvl2pPr>
            <a:lvl3pPr marL="914400" lvl="2" indent="0" latinLnBrk="0">
              <a:buFontTx/>
              <a:buNone/>
              <a:defRPr lang="en-GB" altLang="en-US" sz="1000"/>
            </a:lvl3pPr>
            <a:lvl4pPr marL="1371600" lvl="3" indent="0" latinLnBrk="0">
              <a:buFontTx/>
              <a:buNone/>
              <a:defRPr lang="en-GB" altLang="en-US" sz="900"/>
            </a:lvl4pPr>
            <a:lvl5pPr marL="1828800" lvl="4" indent="0" latinLnBrk="0">
              <a:buFontTx/>
              <a:buNone/>
              <a:defRPr lang="en-GB" altLang="en-US" sz="900"/>
            </a:lvl5pPr>
            <a:lvl6pPr marL="2286000" lvl="5" indent="0" latinLnBrk="0">
              <a:buFontTx/>
              <a:buNone/>
              <a:defRPr lang="en-GB" altLang="en-US" sz="900"/>
            </a:lvl6pPr>
            <a:lvl7pPr marL="2743200" lvl="6" indent="0" latinLnBrk="0">
              <a:buFontTx/>
              <a:buNone/>
              <a:defRPr lang="en-GB" altLang="en-US" sz="900"/>
            </a:lvl7pPr>
            <a:lvl8pPr marL="3200400" lvl="7" indent="0" latinLnBrk="0">
              <a:buFontTx/>
              <a:buNone/>
              <a:defRPr lang="en-GB" altLang="en-US" sz="900"/>
            </a:lvl8pPr>
            <a:lvl9pPr marL="3657600" lvl="8" indent="0" latinLnBrk="0">
              <a:buFontTx/>
              <a:buNone/>
              <a:defRPr lang="en-GB" altLang="en-US" sz="900"/>
            </a:lvl9pPr>
          </a:lstStyle>
          <a:p>
            <a:pPr marL="0" indent="0" latinLnBrk="0">
              <a:buFontTx/>
              <a:buNone/>
            </a:pPr>
            <a:r>
              <a:rPr lang="ko-KR" altLang="en-US"/>
              <a:t>텍스트를 입력하십시오</a:t>
            </a:r>
          </a:p>
        </p:txBody>
      </p:sp>
      <p:sp>
        <p:nvSpPr>
          <p:cNvPr id="5" name="날짜 개체 틀 4"/>
          <p:cNvSpPr txBox="1">
            <a:spLocks noGrp="1"/>
          </p:cNvSpPr>
          <p:nvPr>
            <p:ph type="dt" sz="half" idx="10"/>
          </p:nvPr>
        </p:nvSpPr>
        <p:spPr>
          <a:xfrm>
            <a:off x="609600" y="6356350"/>
            <a:ext cx="2845435" cy="365760"/>
          </a:xfrm>
          <a:prstGeom prst="rect">
            <a:avLst/>
          </a:prstGeom>
        </p:spPr>
        <p:txBody>
          <a:bodyPr vert="horz" wrap="square" lIns="91440" tIns="45720" rIns="91440" bIns="45720" numCol="1" anchor="ctr">
            <a:noAutofit/>
          </a:bodyPr>
          <a:lstStyle/>
          <a:p>
            <a:pPr marL="0" indent="0" latinLnBrk="0">
              <a:buFontTx/>
              <a:buNone/>
            </a:pPr>
            <a:fld id="{B9320F77-B9A0-41C5-862A-B4B631284C64}" type="datetime1">
              <a:rPr lang="ko-KR" altLang="en-US"/>
              <a:t>2021-05-31</a:t>
            </a:fld>
            <a:endParaRPr lang="ko-KR" altLang="en-US"/>
          </a:p>
        </p:txBody>
      </p:sp>
      <p:sp>
        <p:nvSpPr>
          <p:cNvPr id="6" name="바닥글 개체 틀 5"/>
          <p:cNvSpPr txBox="1">
            <a:spLocks noGrp="1"/>
          </p:cNvSpPr>
          <p:nvPr>
            <p:ph type="ftr" sz="quarter" idx="11"/>
          </p:nvPr>
        </p:nvSpPr>
        <p:spPr>
          <a:xfrm>
            <a:off x="4165600" y="6356350"/>
            <a:ext cx="3861435" cy="365760"/>
          </a:xfrm>
          <a:prstGeom prst="rect">
            <a:avLst/>
          </a:prstGeom>
        </p:spPr>
        <p:txBody>
          <a:bodyPr vert="horz" wrap="square" lIns="91440" tIns="45720" rIns="91440" bIns="45720" numCol="1" anchor="ctr">
            <a:noAutofit/>
          </a:bodyPr>
          <a:lstStyle/>
          <a:p>
            <a:pPr marL="0" indent="0" latinLnBrk="0">
              <a:buFontTx/>
              <a:buNone/>
            </a:pPr>
            <a:endParaRPr/>
          </a:p>
        </p:txBody>
      </p:sp>
      <p:sp>
        <p:nvSpPr>
          <p:cNvPr id="7" name="슬라이드 번호 개체 틀 6"/>
          <p:cNvSpPr txBox="1">
            <a:spLocks noGrp="1"/>
          </p:cNvSpPr>
          <p:nvPr>
            <p:ph type="sldNum" sz="quarter" idx="12"/>
          </p:nvPr>
        </p:nvSpPr>
        <p:spPr>
          <a:xfrm>
            <a:off x="8737600" y="6356350"/>
            <a:ext cx="2845435" cy="365760"/>
          </a:xfrm>
          <a:prstGeom prst="rect">
            <a:avLst/>
          </a:prstGeom>
        </p:spPr>
        <p:txBody>
          <a:bodyPr vert="horz" wrap="square" lIns="91440" tIns="45720" rIns="91440" bIns="45720" numCol="1" anchor="ctr">
            <a:noAutofit/>
          </a:bodyPr>
          <a:lstStyle/>
          <a:p>
            <a:pPr marL="0" indent="0" latinLnBrk="0">
              <a:buFontTx/>
              <a:buNone/>
            </a:pPr>
            <a:fld id="{B9320F77-B9A0-41C5-862A-B4B631284C64}" type="slidenum">
              <a:rPr lang="ko-KR" altLang="en-US"/>
              <a:t>‹#›</a:t>
            </a:fld>
            <a:endParaRPr lang="ko-KR"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cSld name="캡션 있는 그림">
    <p:spTree>
      <p:nvGrpSpPr>
        <p:cNvPr id="1" name=""/>
        <p:cNvGrpSpPr/>
        <p:nvPr/>
      </p:nvGrpSpPr>
      <p:grpSpPr>
        <a:xfrm>
          <a:off x="0" y="0"/>
          <a:ext cx="0" cy="0"/>
          <a:chOff x="0" y="0"/>
          <a:chExt cx="0" cy="0"/>
        </a:xfrm>
      </p:grpSpPr>
      <p:sp>
        <p:nvSpPr>
          <p:cNvPr id="2" name="제목 1"/>
          <p:cNvSpPr txBox="1">
            <a:spLocks noGrp="1"/>
          </p:cNvSpPr>
          <p:nvPr>
            <p:ph type="title"/>
          </p:nvPr>
        </p:nvSpPr>
        <p:spPr>
          <a:xfrm>
            <a:off x="2389505" y="4800600"/>
            <a:ext cx="7315835" cy="567690"/>
          </a:xfrm>
          <a:prstGeom prst="rect">
            <a:avLst/>
          </a:prstGeom>
        </p:spPr>
        <p:txBody>
          <a:bodyPr vert="horz" wrap="square" lIns="91440" tIns="45720" rIns="91440" bIns="45720" numCol="1" anchor="b">
            <a:normAutofit/>
          </a:bodyPr>
          <a:lstStyle>
            <a:lvl1pPr marL="0" indent="0" algn="l" latinLnBrk="0">
              <a:buFontTx/>
              <a:buNone/>
              <a:defRPr lang="en-GB" altLang="en-US" sz="2000" b="1"/>
            </a:lvl1pPr>
          </a:lstStyle>
          <a:p>
            <a:pPr marL="0" indent="0" latinLnBrk="0">
              <a:buFontTx/>
              <a:buNone/>
            </a:pPr>
            <a:r>
              <a:rPr lang="ko-KR" altLang="en-US"/>
              <a:t>제목을 입력하십시오</a:t>
            </a:r>
          </a:p>
        </p:txBody>
      </p:sp>
      <p:sp>
        <p:nvSpPr>
          <p:cNvPr id="3" name="그림 개체 틀 2"/>
          <p:cNvSpPr txBox="1">
            <a:spLocks noGrp="1"/>
          </p:cNvSpPr>
          <p:nvPr>
            <p:ph type="pic" idx="1"/>
          </p:nvPr>
        </p:nvSpPr>
        <p:spPr>
          <a:xfrm>
            <a:off x="2389505" y="612775"/>
            <a:ext cx="7315835" cy="4115435"/>
          </a:xfrm>
          <a:prstGeom prst="rect">
            <a:avLst/>
          </a:prstGeom>
        </p:spPr>
      </p:sp>
      <p:sp>
        <p:nvSpPr>
          <p:cNvPr id="4" name="텍스트 개체 틀 3"/>
          <p:cNvSpPr txBox="1">
            <a:spLocks noGrp="1"/>
          </p:cNvSpPr>
          <p:nvPr>
            <p:ph type="body" sz="half" idx="2"/>
          </p:nvPr>
        </p:nvSpPr>
        <p:spPr>
          <a:xfrm>
            <a:off x="2389505" y="5367655"/>
            <a:ext cx="7315835" cy="805180"/>
          </a:xfrm>
          <a:prstGeom prst="rect">
            <a:avLst/>
          </a:prstGeom>
        </p:spPr>
        <p:txBody>
          <a:bodyPr vert="horz" wrap="square" lIns="91440" tIns="45720" rIns="91440" bIns="45720" numCol="1" anchor="t">
            <a:normAutofit/>
          </a:bodyPr>
          <a:lstStyle>
            <a:lvl1pPr marL="0" indent="0" latinLnBrk="0">
              <a:buFontTx/>
              <a:buNone/>
              <a:defRPr lang="en-GB" altLang="en-US" sz="1400"/>
            </a:lvl1pPr>
            <a:lvl2pPr marL="457200" lvl="1" indent="0" latinLnBrk="0">
              <a:buFontTx/>
              <a:buNone/>
              <a:defRPr lang="en-GB" altLang="en-US" sz="1200"/>
            </a:lvl2pPr>
            <a:lvl3pPr marL="914400" lvl="2" indent="0" latinLnBrk="0">
              <a:buFontTx/>
              <a:buNone/>
              <a:defRPr lang="en-GB" altLang="en-US" sz="1000"/>
            </a:lvl3pPr>
            <a:lvl4pPr marL="1371600" lvl="3" indent="0" latinLnBrk="0">
              <a:buFontTx/>
              <a:buNone/>
              <a:defRPr lang="en-GB" altLang="en-US" sz="900"/>
            </a:lvl4pPr>
            <a:lvl5pPr marL="1828800" lvl="4" indent="0" latinLnBrk="0">
              <a:buFontTx/>
              <a:buNone/>
              <a:defRPr lang="en-GB" altLang="en-US" sz="900"/>
            </a:lvl5pPr>
            <a:lvl6pPr marL="2286000" lvl="5" indent="0" latinLnBrk="0">
              <a:buFontTx/>
              <a:buNone/>
              <a:defRPr lang="en-GB" altLang="en-US" sz="900"/>
            </a:lvl6pPr>
            <a:lvl7pPr marL="2743200" lvl="6" indent="0" latinLnBrk="0">
              <a:buFontTx/>
              <a:buNone/>
              <a:defRPr lang="en-GB" altLang="en-US" sz="900"/>
            </a:lvl7pPr>
            <a:lvl8pPr marL="3200400" lvl="7" indent="0" latinLnBrk="0">
              <a:buFontTx/>
              <a:buNone/>
              <a:defRPr lang="en-GB" altLang="en-US" sz="900"/>
            </a:lvl8pPr>
            <a:lvl9pPr marL="3657600" lvl="8" indent="0" latinLnBrk="0">
              <a:buFontTx/>
              <a:buNone/>
              <a:defRPr lang="en-GB" altLang="en-US" sz="900"/>
            </a:lvl9pPr>
          </a:lstStyle>
          <a:p>
            <a:pPr marL="0" indent="0" latinLnBrk="0">
              <a:buFontTx/>
              <a:buNone/>
            </a:pPr>
            <a:r>
              <a:rPr lang="ko-KR" altLang="en-US"/>
              <a:t>텍스트를 입력하십시오</a:t>
            </a:r>
          </a:p>
        </p:txBody>
      </p:sp>
      <p:sp>
        <p:nvSpPr>
          <p:cNvPr id="5" name="날짜 개체 틀 4"/>
          <p:cNvSpPr txBox="1">
            <a:spLocks noGrp="1"/>
          </p:cNvSpPr>
          <p:nvPr>
            <p:ph type="dt" sz="half" idx="10"/>
          </p:nvPr>
        </p:nvSpPr>
        <p:spPr>
          <a:xfrm>
            <a:off x="609600" y="6356350"/>
            <a:ext cx="2845435" cy="365760"/>
          </a:xfrm>
          <a:prstGeom prst="rect">
            <a:avLst/>
          </a:prstGeom>
        </p:spPr>
        <p:txBody>
          <a:bodyPr vert="horz" wrap="square" lIns="91440" tIns="45720" rIns="91440" bIns="45720" numCol="1" anchor="ctr">
            <a:noAutofit/>
          </a:bodyPr>
          <a:lstStyle/>
          <a:p>
            <a:pPr marL="0" indent="0" latinLnBrk="0">
              <a:buFontTx/>
              <a:buNone/>
            </a:pPr>
            <a:fld id="{B9320F77-B9A0-41C5-862A-B4B631284C64}" type="datetime1">
              <a:rPr lang="ko-KR" altLang="en-US"/>
              <a:t>2021-05-31</a:t>
            </a:fld>
            <a:endParaRPr lang="ko-KR" altLang="en-US"/>
          </a:p>
        </p:txBody>
      </p:sp>
      <p:sp>
        <p:nvSpPr>
          <p:cNvPr id="6" name="바닥글 개체 틀 5"/>
          <p:cNvSpPr txBox="1">
            <a:spLocks noGrp="1"/>
          </p:cNvSpPr>
          <p:nvPr>
            <p:ph type="ftr" sz="quarter" idx="11"/>
          </p:nvPr>
        </p:nvSpPr>
        <p:spPr>
          <a:xfrm>
            <a:off x="4165600" y="6356350"/>
            <a:ext cx="3861435" cy="365760"/>
          </a:xfrm>
          <a:prstGeom prst="rect">
            <a:avLst/>
          </a:prstGeom>
        </p:spPr>
        <p:txBody>
          <a:bodyPr vert="horz" wrap="square" lIns="91440" tIns="45720" rIns="91440" bIns="45720" numCol="1" anchor="ctr">
            <a:noAutofit/>
          </a:bodyPr>
          <a:lstStyle/>
          <a:p>
            <a:pPr marL="0" indent="0" latinLnBrk="0">
              <a:buFontTx/>
              <a:buNone/>
            </a:pPr>
            <a:endParaRPr/>
          </a:p>
        </p:txBody>
      </p:sp>
      <p:sp>
        <p:nvSpPr>
          <p:cNvPr id="7" name="슬라이드 번호 개체 틀 6"/>
          <p:cNvSpPr txBox="1">
            <a:spLocks noGrp="1"/>
          </p:cNvSpPr>
          <p:nvPr>
            <p:ph type="sldNum" sz="quarter" idx="12"/>
          </p:nvPr>
        </p:nvSpPr>
        <p:spPr>
          <a:xfrm>
            <a:off x="8737600" y="6356350"/>
            <a:ext cx="2845435" cy="365760"/>
          </a:xfrm>
          <a:prstGeom prst="rect">
            <a:avLst/>
          </a:prstGeom>
        </p:spPr>
        <p:txBody>
          <a:bodyPr vert="horz" wrap="square" lIns="91440" tIns="45720" rIns="91440" bIns="45720" numCol="1" anchor="ctr">
            <a:noAutofit/>
          </a:bodyPr>
          <a:lstStyle/>
          <a:p>
            <a:pPr marL="0" indent="0" latinLnBrk="0">
              <a:buFontTx/>
              <a:buNone/>
            </a:pPr>
            <a:fld id="{B9320F77-B9A0-41C5-862A-B4B631284C64}" type="slidenum">
              <a:rPr lang="ko-KR" altLang="en-US"/>
              <a:t>‹#›</a:t>
            </a:fld>
            <a:endParaRPr lang="ko-KR"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cSld name="제목 및 세로 텍스트">
    <p:spTree>
      <p:nvGrpSpPr>
        <p:cNvPr id="1" name=""/>
        <p:cNvGrpSpPr/>
        <p:nvPr/>
      </p:nvGrpSpPr>
      <p:grpSpPr>
        <a:xfrm>
          <a:off x="0" y="0"/>
          <a:ext cx="0" cy="0"/>
          <a:chOff x="0" y="0"/>
          <a:chExt cx="0" cy="0"/>
        </a:xfrm>
      </p:grpSpPr>
      <p:sp>
        <p:nvSpPr>
          <p:cNvPr id="2" name="제목 1"/>
          <p:cNvSpPr txBox="1">
            <a:spLocks noGrp="1"/>
          </p:cNvSpPr>
          <p:nvPr>
            <p:ph type="title"/>
          </p:nvPr>
        </p:nvSpPr>
        <p:spPr>
          <a:xfrm>
            <a:off x="609600" y="274955"/>
            <a:ext cx="10973435" cy="1143635"/>
          </a:xfrm>
          <a:prstGeom prst="rect">
            <a:avLst/>
          </a:prstGeom>
        </p:spPr>
        <p:txBody>
          <a:bodyPr vert="horz" wrap="square" lIns="91440" tIns="45720" rIns="91440" bIns="45720" numCol="1" anchor="ctr">
            <a:normAutofit/>
          </a:bodyPr>
          <a:lstStyle/>
          <a:p>
            <a:pPr marL="0" indent="0" latinLnBrk="0">
              <a:buFontTx/>
              <a:buNone/>
            </a:pPr>
            <a:r>
              <a:rPr lang="ko-KR" altLang="en-US"/>
              <a:t>제목을 입력하십시오</a:t>
            </a:r>
          </a:p>
        </p:txBody>
      </p:sp>
      <p:sp>
        <p:nvSpPr>
          <p:cNvPr id="3" name="세로 텍스트 개체 틀 2"/>
          <p:cNvSpPr txBox="1">
            <a:spLocks noGrp="1"/>
          </p:cNvSpPr>
          <p:nvPr>
            <p:ph type="body" orient="vert" idx="1"/>
          </p:nvPr>
        </p:nvSpPr>
        <p:spPr>
          <a:xfrm>
            <a:off x="609600" y="1600200"/>
            <a:ext cx="10973435" cy="4526915"/>
          </a:xfrm>
          <a:prstGeom prst="rect">
            <a:avLst/>
          </a:prstGeom>
        </p:spPr>
        <p:txBody>
          <a:bodyPr vert="eaVert" wrap="square" lIns="91440" tIns="45720" rIns="91440" bIns="45720" numCol="1" anchor="t">
            <a:normAutofit/>
          </a:bodyPr>
          <a:lstStyle/>
          <a:p>
            <a:pPr marL="342900" indent="-342900" latinLnBrk="0">
              <a:buClr>
                <a:srgbClr val="000000"/>
              </a:buClr>
              <a:buFont typeface="Arial"/>
              <a:buChar char="»"/>
            </a:pPr>
            <a:r>
              <a:rPr lang="ko-KR" altLang="en-US"/>
              <a:t>텍스트를 입력하십시오</a:t>
            </a:r>
          </a:p>
          <a:p>
            <a:pPr marL="742950" lvl="1" indent="-285750" latinLnBrk="0">
              <a:buClr>
                <a:srgbClr val="000000"/>
              </a:buClr>
              <a:buFont typeface="Arial"/>
              <a:buChar char="•"/>
            </a:pPr>
            <a:r>
              <a:rPr lang="ko-KR" altLang="en-US"/>
              <a:t>둘째 수준</a:t>
            </a:r>
          </a:p>
          <a:p>
            <a:pPr marL="1143000" lvl="2" indent="-228600" latinLnBrk="0">
              <a:buClr>
                <a:srgbClr val="000000"/>
              </a:buClr>
              <a:buFont typeface="Arial"/>
              <a:buChar char="•"/>
            </a:pPr>
            <a:r>
              <a:rPr lang="ko-KR" altLang="en-US"/>
              <a:t>셋째 수준</a:t>
            </a:r>
          </a:p>
          <a:p>
            <a:pPr marL="1600200" lvl="3" indent="-228600" latinLnBrk="0">
              <a:buClr>
                <a:srgbClr val="000000"/>
              </a:buClr>
              <a:buFont typeface="Arial"/>
              <a:buChar char="–"/>
            </a:pPr>
            <a:r>
              <a:rPr lang="ko-KR" altLang="en-US"/>
              <a:t>넷째 수준</a:t>
            </a:r>
          </a:p>
          <a:p>
            <a:pPr marL="2057400" lvl="4" indent="-228600" latinLnBrk="0">
              <a:buClr>
                <a:srgbClr val="000000"/>
              </a:buClr>
              <a:buFont typeface="Arial"/>
              <a:buChar char="–"/>
            </a:pPr>
            <a:r>
              <a:rPr lang="ko-KR" altLang="en-US"/>
              <a:t>다섯째 수준</a:t>
            </a:r>
          </a:p>
        </p:txBody>
      </p:sp>
      <p:sp>
        <p:nvSpPr>
          <p:cNvPr id="4" name="날짜 개체 틀 3"/>
          <p:cNvSpPr txBox="1">
            <a:spLocks noGrp="1"/>
          </p:cNvSpPr>
          <p:nvPr>
            <p:ph type="dt" sz="half" idx="10"/>
          </p:nvPr>
        </p:nvSpPr>
        <p:spPr>
          <a:xfrm>
            <a:off x="609600" y="6356350"/>
            <a:ext cx="2845435" cy="365760"/>
          </a:xfrm>
          <a:prstGeom prst="rect">
            <a:avLst/>
          </a:prstGeom>
        </p:spPr>
        <p:txBody>
          <a:bodyPr vert="horz" wrap="square" lIns="91440" tIns="45720" rIns="91440" bIns="45720" numCol="1" anchor="ctr">
            <a:noAutofit/>
          </a:bodyPr>
          <a:lstStyle/>
          <a:p>
            <a:pPr marL="0" indent="0" latinLnBrk="0">
              <a:buFontTx/>
              <a:buNone/>
            </a:pPr>
            <a:fld id="{B9320F77-B9A0-41C5-862A-B4B631284C64}" type="datetime1">
              <a:rPr lang="ko-KR" altLang="en-US"/>
              <a:t>2021-05-31</a:t>
            </a:fld>
            <a:endParaRPr lang="ko-KR" altLang="en-US"/>
          </a:p>
        </p:txBody>
      </p:sp>
      <p:sp>
        <p:nvSpPr>
          <p:cNvPr id="5" name="바닥글 개체 틀 4"/>
          <p:cNvSpPr txBox="1">
            <a:spLocks noGrp="1"/>
          </p:cNvSpPr>
          <p:nvPr>
            <p:ph type="ftr" sz="quarter" idx="11"/>
          </p:nvPr>
        </p:nvSpPr>
        <p:spPr>
          <a:xfrm>
            <a:off x="4165600" y="6356350"/>
            <a:ext cx="3861435" cy="365760"/>
          </a:xfrm>
          <a:prstGeom prst="rect">
            <a:avLst/>
          </a:prstGeom>
        </p:spPr>
        <p:txBody>
          <a:bodyPr vert="horz" wrap="square" lIns="91440" tIns="45720" rIns="91440" bIns="45720" numCol="1" anchor="ctr">
            <a:noAutofit/>
          </a:bodyPr>
          <a:lstStyle/>
          <a:p>
            <a:pPr marL="0" indent="0" latinLnBrk="0">
              <a:buFontTx/>
              <a:buNone/>
            </a:pPr>
            <a:endParaRPr/>
          </a:p>
        </p:txBody>
      </p:sp>
      <p:sp>
        <p:nvSpPr>
          <p:cNvPr id="6" name="슬라이드 번호 개체 틀 5"/>
          <p:cNvSpPr txBox="1">
            <a:spLocks noGrp="1"/>
          </p:cNvSpPr>
          <p:nvPr>
            <p:ph type="sldNum" sz="quarter" idx="12"/>
          </p:nvPr>
        </p:nvSpPr>
        <p:spPr>
          <a:xfrm>
            <a:off x="8737600" y="6356350"/>
            <a:ext cx="2845435" cy="365760"/>
          </a:xfrm>
          <a:prstGeom prst="rect">
            <a:avLst/>
          </a:prstGeom>
        </p:spPr>
        <p:txBody>
          <a:bodyPr vert="horz" wrap="square" lIns="91440" tIns="45720" rIns="91440" bIns="45720" numCol="1" anchor="ctr">
            <a:noAutofit/>
          </a:bodyPr>
          <a:lstStyle/>
          <a:p>
            <a:pPr marL="0" indent="0" latinLnBrk="0">
              <a:buFontTx/>
              <a:buNone/>
            </a:pPr>
            <a:fld id="{B9320F77-B9A0-41C5-862A-B4B631284C64}" type="slidenum">
              <a:rPr lang="ko-KR" altLang="en-US"/>
              <a:t>‹#›</a:t>
            </a:fld>
            <a:endParaRPr lang="ko-KR"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제목 슬라이드">
    <p:spTree>
      <p:nvGrpSpPr>
        <p:cNvPr id="1" name=""/>
        <p:cNvGrpSpPr/>
        <p:nvPr/>
      </p:nvGrpSpPr>
      <p:grpSpPr>
        <a:xfrm>
          <a:off x="0" y="0"/>
          <a:ext cx="0" cy="0"/>
          <a:chOff x="0" y="0"/>
          <a:chExt cx="0" cy="0"/>
        </a:xfrm>
      </p:grpSpPr>
      <p:sp>
        <p:nvSpPr>
          <p:cNvPr id="11" name="제목 1"/>
          <p:cNvSpPr txBox="1">
            <a:spLocks noGrp="1"/>
          </p:cNvSpPr>
          <p:nvPr>
            <p:ph type="ctrTitle"/>
          </p:nvPr>
        </p:nvSpPr>
        <p:spPr>
          <a:xfrm>
            <a:off x="914400" y="2130425"/>
            <a:ext cx="7870825" cy="1470660"/>
          </a:xfrm>
          <a:prstGeom prst="rect">
            <a:avLst/>
          </a:prstGeom>
        </p:spPr>
        <p:txBody>
          <a:bodyPr vert="horz" wrap="square" lIns="91440" tIns="45720" rIns="91440" bIns="45720" numCol="1" anchor="ctr">
            <a:normAutofit/>
          </a:bodyPr>
          <a:lstStyle/>
          <a:p>
            <a:pPr marL="0" indent="0" latinLnBrk="0">
              <a:buFontTx/>
              <a:buNone/>
            </a:pPr>
            <a:r>
              <a:rPr lang="ko-KR" altLang="en-US">
                <a:solidFill>
                  <a:schemeClr val="bg1"/>
                </a:solidFill>
              </a:rPr>
              <a:t>제목을 입력하십시오</a:t>
            </a:r>
          </a:p>
        </p:txBody>
      </p:sp>
      <p:sp>
        <p:nvSpPr>
          <p:cNvPr id="12" name="부제목 2"/>
          <p:cNvSpPr txBox="1">
            <a:spLocks noGrp="1"/>
          </p:cNvSpPr>
          <p:nvPr>
            <p:ph type="subTitle" idx="1"/>
          </p:nvPr>
        </p:nvSpPr>
        <p:spPr>
          <a:xfrm>
            <a:off x="9550400" y="2132965"/>
            <a:ext cx="2654935" cy="1512570"/>
          </a:xfrm>
          <a:prstGeom prst="rect">
            <a:avLst/>
          </a:prstGeom>
        </p:spPr>
        <p:txBody>
          <a:bodyPr vert="horz" wrap="square" lIns="91440" tIns="45720" rIns="91440" bIns="45720" numCol="1" anchor="t">
            <a:normAutofit/>
          </a:bodyPr>
          <a:lstStyle/>
          <a:p>
            <a:pPr marL="342900" indent="-342900" latinLnBrk="0">
              <a:buClr>
                <a:srgbClr val="C6DAF1"/>
              </a:buClr>
              <a:buFont typeface="Arial"/>
              <a:buChar char="»"/>
            </a:pPr>
            <a:r>
              <a:rPr lang="ko-KR" altLang="en-US" sz="2400">
                <a:solidFill>
                  <a:schemeClr val="tx2">
                    <a:lumMod val="20000"/>
                    <a:lumOff val="80000"/>
                  </a:schemeClr>
                </a:solidFill>
              </a:rPr>
              <a:t>부제목을 입력하십시오</a:t>
            </a:r>
          </a:p>
        </p:txBody>
      </p:sp>
      <p:sp>
        <p:nvSpPr>
          <p:cNvPr id="4" name="날짜 개체 틀 3"/>
          <p:cNvSpPr txBox="1">
            <a:spLocks noGrp="1"/>
          </p:cNvSpPr>
          <p:nvPr>
            <p:ph type="dt" sz="half" idx="10"/>
          </p:nvPr>
        </p:nvSpPr>
        <p:spPr>
          <a:xfrm>
            <a:off x="609600" y="6356350"/>
            <a:ext cx="2845435" cy="365760"/>
          </a:xfrm>
          <a:prstGeom prst="rect">
            <a:avLst/>
          </a:prstGeom>
        </p:spPr>
        <p:txBody>
          <a:bodyPr vert="horz" wrap="square" lIns="91440" tIns="45720" rIns="91440" bIns="45720" numCol="1" anchor="ctr">
            <a:noAutofit/>
          </a:bodyPr>
          <a:lstStyle/>
          <a:p>
            <a:pPr marL="0" indent="0" latinLnBrk="0">
              <a:buFontTx/>
              <a:buNone/>
            </a:pPr>
            <a:fld id="{B9320F77-B9A0-41C5-862A-B4B631284C64}" type="datetime1">
              <a:rPr lang="ko-KR" altLang="en-US"/>
              <a:t>2021-05-31</a:t>
            </a:fld>
            <a:endParaRPr lang="ko-KR" altLang="en-US"/>
          </a:p>
        </p:txBody>
      </p:sp>
      <p:sp>
        <p:nvSpPr>
          <p:cNvPr id="5" name="바닥글 개체 틀 4"/>
          <p:cNvSpPr txBox="1">
            <a:spLocks noGrp="1"/>
          </p:cNvSpPr>
          <p:nvPr>
            <p:ph type="ftr" sz="quarter" idx="11"/>
          </p:nvPr>
        </p:nvSpPr>
        <p:spPr>
          <a:xfrm>
            <a:off x="4165600" y="6356350"/>
            <a:ext cx="3861435" cy="365760"/>
          </a:xfrm>
          <a:prstGeom prst="rect">
            <a:avLst/>
          </a:prstGeom>
        </p:spPr>
        <p:txBody>
          <a:bodyPr vert="horz" wrap="square" lIns="91440" tIns="45720" rIns="91440" bIns="45720" numCol="1" anchor="ctr">
            <a:noAutofit/>
          </a:bodyPr>
          <a:lstStyle/>
          <a:p>
            <a:pPr marL="0" indent="0" latinLnBrk="0">
              <a:buFontTx/>
              <a:buNone/>
            </a:pPr>
            <a:endParaRPr/>
          </a:p>
        </p:txBody>
      </p:sp>
      <p:sp>
        <p:nvSpPr>
          <p:cNvPr id="6" name="슬라이드 번호 개체 틀 5"/>
          <p:cNvSpPr txBox="1">
            <a:spLocks noGrp="1"/>
          </p:cNvSpPr>
          <p:nvPr>
            <p:ph type="sldNum" sz="quarter" idx="12"/>
          </p:nvPr>
        </p:nvSpPr>
        <p:spPr>
          <a:xfrm>
            <a:off x="8737600" y="6356350"/>
            <a:ext cx="2845435" cy="365760"/>
          </a:xfrm>
          <a:prstGeom prst="rect">
            <a:avLst/>
          </a:prstGeom>
        </p:spPr>
        <p:txBody>
          <a:bodyPr vert="horz" wrap="square" lIns="91440" tIns="45720" rIns="91440" bIns="45720" numCol="1" anchor="ctr">
            <a:noAutofit/>
          </a:bodyPr>
          <a:lstStyle/>
          <a:p>
            <a:pPr marL="0" indent="0" latinLnBrk="0">
              <a:buFontTx/>
              <a:buNone/>
            </a:pPr>
            <a:fld id="{B9320F77-B9A0-41C5-862A-B4B631284C64}" type="slidenum">
              <a:rPr lang="ko-KR" altLang="en-US"/>
              <a:t>‹#›</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모서리가 둥근 직사각형 7"/>
          <p:cNvSpPr>
            <a:spLocks/>
          </p:cNvSpPr>
          <p:nvPr/>
        </p:nvSpPr>
        <p:spPr>
          <a:xfrm>
            <a:off x="0" y="0"/>
            <a:ext cx="12192635" cy="1557655"/>
          </a:xfrm>
          <a:prstGeom prst="roundRect">
            <a:avLst>
              <a:gd name="adj" fmla="val 0"/>
            </a:avLst>
          </a:prstGeom>
          <a:pattFill prst="dkUpDiag">
            <a:fgClr>
              <a:schemeClr val="tx2">
                <a:lumMod val="60000"/>
                <a:lumOff val="40000"/>
              </a:schemeClr>
            </a:fgClr>
            <a:bgClr>
              <a:schemeClr val="accent1">
                <a:lumMod val="75000"/>
              </a:schemeClr>
            </a:bgClr>
          </a:pattFill>
          <a:ln w="0">
            <a:noFill/>
            <a:prstDash/>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ctr">
            <a:noAutofit/>
          </a:bodyPr>
          <a:lstStyle>
            <a:lvl1pPr marL="0" indent="0" algn="l" rtl="0" fontAlgn="base" latinLnBrk="1">
              <a:spcBef>
                <a:spcPct val="0"/>
              </a:spcBef>
              <a:spcAft>
                <a:spcPct val="0"/>
              </a:spcAft>
              <a:buFontTx/>
              <a:buNone/>
              <a:defRPr lang="en-GB" altLang="en-US">
                <a:solidFill>
                  <a:schemeClr val="lt1"/>
                </a:solidFill>
                <a:latin typeface="+mn-lt"/>
                <a:ea typeface="+mn-ea"/>
                <a:cs typeface="+mn-cs"/>
              </a:defRPr>
            </a:lvl1pPr>
            <a:lvl2pPr marL="457200" lvl="1" indent="0" algn="l" rtl="0" fontAlgn="base" latinLnBrk="1">
              <a:spcBef>
                <a:spcPct val="0"/>
              </a:spcBef>
              <a:spcAft>
                <a:spcPct val="0"/>
              </a:spcAft>
              <a:buFontTx/>
              <a:buNone/>
              <a:defRPr lang="en-GB" altLang="en-US">
                <a:solidFill>
                  <a:schemeClr val="lt1"/>
                </a:solidFill>
                <a:latin typeface="+mn-lt"/>
                <a:ea typeface="+mn-ea"/>
                <a:cs typeface="+mn-cs"/>
              </a:defRPr>
            </a:lvl2pPr>
            <a:lvl3pPr marL="914400" lvl="2" indent="0" algn="l" rtl="0" fontAlgn="base" latinLnBrk="1">
              <a:spcBef>
                <a:spcPct val="0"/>
              </a:spcBef>
              <a:spcAft>
                <a:spcPct val="0"/>
              </a:spcAft>
              <a:buFontTx/>
              <a:buNone/>
              <a:defRPr lang="en-GB" altLang="en-US">
                <a:solidFill>
                  <a:schemeClr val="lt1"/>
                </a:solidFill>
                <a:latin typeface="+mn-lt"/>
                <a:ea typeface="+mn-ea"/>
                <a:cs typeface="+mn-cs"/>
              </a:defRPr>
            </a:lvl3pPr>
            <a:lvl4pPr marL="1371600" lvl="3" indent="0" algn="l" rtl="0" fontAlgn="base" latinLnBrk="1">
              <a:spcBef>
                <a:spcPct val="0"/>
              </a:spcBef>
              <a:spcAft>
                <a:spcPct val="0"/>
              </a:spcAft>
              <a:buFontTx/>
              <a:buNone/>
              <a:defRPr lang="en-GB" altLang="en-US">
                <a:solidFill>
                  <a:schemeClr val="lt1"/>
                </a:solidFill>
                <a:latin typeface="+mn-lt"/>
                <a:ea typeface="+mn-ea"/>
                <a:cs typeface="+mn-cs"/>
              </a:defRPr>
            </a:lvl4pPr>
            <a:lvl5pPr marL="1828800" lvl="4" indent="0" algn="l" rtl="0" fontAlgn="base" latinLnBrk="1">
              <a:spcBef>
                <a:spcPct val="0"/>
              </a:spcBef>
              <a:spcAft>
                <a:spcPct val="0"/>
              </a:spcAft>
              <a:buFontTx/>
              <a:buNone/>
              <a:defRPr lang="en-GB" altLang="en-US">
                <a:solidFill>
                  <a:schemeClr val="lt1"/>
                </a:solidFill>
                <a:latin typeface="+mn-lt"/>
                <a:ea typeface="+mn-ea"/>
                <a:cs typeface="+mn-cs"/>
              </a:defRPr>
            </a:lvl5pPr>
            <a:lvl6pPr marL="2286000" lvl="5" indent="0" algn="l" defTabSz="914400" rtl="0" eaLnBrk="1" latinLnBrk="1" hangingPunct="1">
              <a:buFontTx/>
              <a:buNone/>
              <a:defRPr lang="en-GB" altLang="en-US">
                <a:solidFill>
                  <a:schemeClr val="lt1"/>
                </a:solidFill>
                <a:latin typeface="+mn-lt"/>
                <a:ea typeface="+mn-ea"/>
                <a:cs typeface="+mn-cs"/>
              </a:defRPr>
            </a:lvl6pPr>
            <a:lvl7pPr marL="2743200" lvl="6" indent="0" algn="l" defTabSz="914400" rtl="0" eaLnBrk="1" latinLnBrk="1" hangingPunct="1">
              <a:buFontTx/>
              <a:buNone/>
              <a:defRPr lang="en-GB" altLang="en-US">
                <a:solidFill>
                  <a:schemeClr val="lt1"/>
                </a:solidFill>
                <a:latin typeface="+mn-lt"/>
                <a:ea typeface="+mn-ea"/>
                <a:cs typeface="+mn-cs"/>
              </a:defRPr>
            </a:lvl7pPr>
            <a:lvl8pPr marL="3200400" lvl="7" indent="0" algn="l" defTabSz="914400" rtl="0" eaLnBrk="1" latinLnBrk="1" hangingPunct="1">
              <a:buFontTx/>
              <a:buNone/>
              <a:defRPr lang="en-GB" altLang="en-US">
                <a:solidFill>
                  <a:schemeClr val="lt1"/>
                </a:solidFill>
                <a:latin typeface="+mn-lt"/>
                <a:ea typeface="+mn-ea"/>
                <a:cs typeface="+mn-cs"/>
              </a:defRPr>
            </a:lvl8pPr>
            <a:lvl9pPr marL="3657600" lvl="8" indent="0" algn="l" defTabSz="914400" rtl="0" eaLnBrk="1" latinLnBrk="1" hangingPunct="1">
              <a:buFontTx/>
              <a:buNone/>
              <a:defRPr lang="en-GB" altLang="en-US">
                <a:solidFill>
                  <a:schemeClr val="lt1"/>
                </a:solidFill>
                <a:latin typeface="+mn-lt"/>
                <a:ea typeface="+mn-ea"/>
                <a:cs typeface="+mn-cs"/>
              </a:defRPr>
            </a:lvl9pPr>
          </a:lstStyle>
          <a:p>
            <a:pPr marL="0" indent="0" algn="ctr" latinLnBrk="0">
              <a:buFontTx/>
              <a:buNone/>
            </a:pPr>
            <a:endParaRPr lang="ko-KR" altLang="en-US" sz="1800"/>
          </a:p>
        </p:txBody>
      </p:sp>
      <p:sp>
        <p:nvSpPr>
          <p:cNvPr id="10" name="직사각형 9"/>
          <p:cNvSpPr>
            <a:spLocks/>
          </p:cNvSpPr>
          <p:nvPr/>
        </p:nvSpPr>
        <p:spPr>
          <a:xfrm>
            <a:off x="0" y="6237605"/>
            <a:ext cx="12192635" cy="621030"/>
          </a:xfrm>
          <a:prstGeom prst="rect">
            <a:avLst/>
          </a:prstGeom>
          <a:pattFill prst="dkUpDiag">
            <a:fgClr>
              <a:schemeClr val="bg1">
                <a:lumMod val="75000"/>
              </a:schemeClr>
            </a:fgClr>
            <a:bgClr>
              <a:schemeClr val="bg1">
                <a:lumMod val="65000"/>
              </a:schemeClr>
            </a:bgClr>
          </a:pattFill>
          <a:ln w="0">
            <a:noFill/>
            <a:prstDash/>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ctr">
            <a:noAutofit/>
          </a:bodyPr>
          <a:lstStyle/>
          <a:p>
            <a:pPr marL="0" indent="0" algn="ctr" latinLnBrk="0">
              <a:buFontTx/>
              <a:buNone/>
            </a:pPr>
            <a:endParaRPr lang="ko-KR" altLang="en-US" sz="1800"/>
          </a:p>
        </p:txBody>
      </p:sp>
      <p:sp>
        <p:nvSpPr>
          <p:cNvPr id="2" name="제목 개체 틀 1"/>
          <p:cNvSpPr txBox="1">
            <a:spLocks noGrp="1"/>
          </p:cNvSpPr>
          <p:nvPr>
            <p:ph type="title"/>
          </p:nvPr>
        </p:nvSpPr>
        <p:spPr>
          <a:xfrm>
            <a:off x="609600" y="274955"/>
            <a:ext cx="10973435" cy="1143635"/>
          </a:xfrm>
          <a:prstGeom prst="rect">
            <a:avLst/>
          </a:prstGeom>
        </p:spPr>
        <p:txBody>
          <a:bodyPr vert="horz" wrap="square" lIns="91440" tIns="45720" rIns="91440" bIns="45720" numCol="1" anchor="ctr">
            <a:normAutofit/>
          </a:bodyPr>
          <a:lstStyle/>
          <a:p>
            <a:pPr marL="0" indent="0" latinLnBrk="0">
              <a:buFontTx/>
              <a:buNone/>
            </a:pPr>
            <a:r>
              <a:rPr lang="ko-KR" altLang="en-US"/>
              <a:t>마스터 제목 스타일 편집</a:t>
            </a:r>
          </a:p>
        </p:txBody>
      </p:sp>
      <p:sp>
        <p:nvSpPr>
          <p:cNvPr id="3" name="텍스트 개체 틀 2"/>
          <p:cNvSpPr txBox="1">
            <a:spLocks noGrp="1"/>
          </p:cNvSpPr>
          <p:nvPr>
            <p:ph type="body" idx="1"/>
          </p:nvPr>
        </p:nvSpPr>
        <p:spPr>
          <a:xfrm>
            <a:off x="609600" y="1600200"/>
            <a:ext cx="10973435" cy="4526915"/>
          </a:xfrm>
          <a:prstGeom prst="rect">
            <a:avLst/>
          </a:prstGeom>
        </p:spPr>
        <p:txBody>
          <a:bodyPr vert="horz" wrap="square" lIns="91440" tIns="45720" rIns="91440" bIns="45720" numCol="1" anchor="t">
            <a:normAutofit/>
          </a:bodyPr>
          <a:lstStyle/>
          <a:p>
            <a:pPr marL="342900" indent="-342900" latinLnBrk="0">
              <a:buClr>
                <a:srgbClr val="000000"/>
              </a:buClr>
              <a:buFont typeface="Arial"/>
              <a:buChar char="»"/>
            </a:pPr>
            <a:r>
              <a:rPr lang="ko-KR" altLang="en-US"/>
              <a:t>마스터 부제목 스타일 편집</a:t>
            </a:r>
          </a:p>
          <a:p>
            <a:pPr marL="742950" lvl="1" indent="-285750" latinLnBrk="0">
              <a:buClr>
                <a:srgbClr val="000000"/>
              </a:buClr>
              <a:buFont typeface="Arial"/>
              <a:buChar char="•"/>
            </a:pPr>
            <a:r>
              <a:rPr lang="ko-KR" altLang="en-US"/>
              <a:t>둘째 수준</a:t>
            </a:r>
          </a:p>
          <a:p>
            <a:pPr marL="1143000" lvl="2" indent="-228600" latinLnBrk="0">
              <a:buClr>
                <a:srgbClr val="000000"/>
              </a:buClr>
              <a:buFont typeface="Arial"/>
              <a:buChar char="•"/>
            </a:pPr>
            <a:r>
              <a:rPr lang="ko-KR" altLang="en-US"/>
              <a:t>셋째 수준</a:t>
            </a:r>
          </a:p>
          <a:p>
            <a:pPr marL="1600200" lvl="3" indent="-228600" latinLnBrk="0">
              <a:buClr>
                <a:srgbClr val="000000"/>
              </a:buClr>
              <a:buFont typeface="Arial"/>
              <a:buChar char="–"/>
            </a:pPr>
            <a:r>
              <a:rPr lang="ko-KR" altLang="en-US"/>
              <a:t>넷째 수준</a:t>
            </a:r>
          </a:p>
          <a:p>
            <a:pPr marL="2057400" lvl="4" indent="-228600" latinLnBrk="0">
              <a:buClr>
                <a:srgbClr val="000000"/>
              </a:buClr>
              <a:buFont typeface="Arial"/>
              <a:buChar char="–"/>
            </a:pPr>
            <a:r>
              <a:rPr lang="ko-KR" altLang="en-US"/>
              <a:t>다섯째 수준</a:t>
            </a:r>
          </a:p>
        </p:txBody>
      </p:sp>
      <p:sp>
        <p:nvSpPr>
          <p:cNvPr id="4" name="날짜 개체 틀 3"/>
          <p:cNvSpPr txBox="1">
            <a:spLocks noGrp="1"/>
          </p:cNvSpPr>
          <p:nvPr>
            <p:ph type="dt" sz="half" idx="2"/>
          </p:nvPr>
        </p:nvSpPr>
        <p:spPr>
          <a:xfrm>
            <a:off x="609600" y="6356350"/>
            <a:ext cx="2845435" cy="365760"/>
          </a:xfrm>
          <a:prstGeom prst="rect">
            <a:avLst/>
          </a:prstGeom>
        </p:spPr>
        <p:txBody>
          <a:bodyPr vert="horz" wrap="square" lIns="91440" tIns="45720" rIns="91440" bIns="45720" numCol="1" anchor="ctr">
            <a:noAutofit/>
          </a:bodyPr>
          <a:lstStyle>
            <a:lvl1pPr marL="0" indent="0" algn="l" latinLnBrk="0">
              <a:buFontTx/>
              <a:buNone/>
              <a:defRPr lang="en-GB" altLang="en-US" sz="1200">
                <a:solidFill>
                  <a:schemeClr val="tx1">
                    <a:tint val="75000"/>
                  </a:schemeClr>
                </a:solidFill>
              </a:defRPr>
            </a:lvl1pPr>
          </a:lstStyle>
          <a:p>
            <a:pPr marL="0" indent="0" latinLnBrk="0">
              <a:buFontTx/>
              <a:buNone/>
            </a:pPr>
            <a:fld id="{B9320F77-B9A0-41C5-862A-B4B631284C64}" type="datetime1">
              <a:rPr lang="ko-KR" altLang="en-US"/>
              <a:t>2021-05-31</a:t>
            </a:fld>
            <a:endParaRPr lang="ko-KR" altLang="en-US"/>
          </a:p>
        </p:txBody>
      </p:sp>
      <p:sp>
        <p:nvSpPr>
          <p:cNvPr id="5" name="바닥글 개체 틀 4"/>
          <p:cNvSpPr txBox="1">
            <a:spLocks noGrp="1"/>
          </p:cNvSpPr>
          <p:nvPr>
            <p:ph type="ftr" sz="quarter" idx="3"/>
          </p:nvPr>
        </p:nvSpPr>
        <p:spPr>
          <a:xfrm>
            <a:off x="4165600" y="6356350"/>
            <a:ext cx="3861435" cy="365760"/>
          </a:xfrm>
          <a:prstGeom prst="rect">
            <a:avLst/>
          </a:prstGeom>
        </p:spPr>
        <p:txBody>
          <a:bodyPr vert="horz" wrap="square" lIns="91440" tIns="45720" rIns="91440" bIns="45720" numCol="1" anchor="ctr">
            <a:noAutofit/>
          </a:bodyPr>
          <a:lstStyle>
            <a:lvl1pPr marL="0" indent="0" algn="ctr" latinLnBrk="0">
              <a:buFontTx/>
              <a:buNone/>
              <a:defRPr lang="en-GB" altLang="en-US" sz="1200">
                <a:solidFill>
                  <a:schemeClr val="tx1">
                    <a:tint val="75000"/>
                  </a:schemeClr>
                </a:solidFill>
              </a:defRPr>
            </a:lvl1pPr>
          </a:lstStyle>
          <a:p>
            <a:pPr marL="0" indent="0" latinLnBrk="0">
              <a:buFontTx/>
              <a:buNone/>
            </a:pPr>
            <a:endParaRPr/>
          </a:p>
        </p:txBody>
      </p:sp>
      <p:sp>
        <p:nvSpPr>
          <p:cNvPr id="6" name="슬라이드 번호 개체 틀 5"/>
          <p:cNvSpPr txBox="1">
            <a:spLocks noGrp="1"/>
          </p:cNvSpPr>
          <p:nvPr>
            <p:ph type="sldNum" sz="quarter" idx="4"/>
          </p:nvPr>
        </p:nvSpPr>
        <p:spPr>
          <a:xfrm>
            <a:off x="8737600" y="6356350"/>
            <a:ext cx="2845435" cy="365760"/>
          </a:xfrm>
          <a:prstGeom prst="rect">
            <a:avLst/>
          </a:prstGeom>
        </p:spPr>
        <p:txBody>
          <a:bodyPr vert="horz" wrap="square" lIns="91440" tIns="45720" rIns="91440" bIns="45720" numCol="1" anchor="ctr">
            <a:noAutofit/>
          </a:bodyPr>
          <a:lstStyle>
            <a:lvl1pPr marL="0" indent="0" algn="r" latinLnBrk="0">
              <a:buFontTx/>
              <a:buNone/>
              <a:defRPr lang="en-GB" altLang="en-US" sz="1200">
                <a:solidFill>
                  <a:schemeClr val="tx1">
                    <a:tint val="75000"/>
                  </a:schemeClr>
                </a:solidFill>
              </a:defRPr>
            </a:lvl1pPr>
          </a:lstStyle>
          <a:p>
            <a:pPr marL="0" indent="0" latinLnBrk="0">
              <a:buFontTx/>
              <a:buNone/>
            </a:pPr>
            <a:fld id="{B9320F77-B9A0-41C5-862A-B4B631284C64}" type="slidenum">
              <a:rPr lang="ko-KR" altLang="en-US"/>
              <a:t>‹#›</a:t>
            </a:fld>
            <a:endParaRPr lang="ko-KR" altLang="en-US"/>
          </a:p>
        </p:txBody>
      </p:sp>
    </p:spTree>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Lst>
  <p:txStyles>
    <p:titleStyle>
      <a:lvl1pPr marL="0" indent="0" algn="ctr" defTabSz="914400" latinLnBrk="1">
        <a:buNone/>
        <a:defRPr lang="ko-KR" sz="4400" baseline="0" smtClean="0">
          <a:solidFill>
            <a:schemeClr val="tx1"/>
          </a:solidFill>
          <a:latin typeface="+mn-lt"/>
          <a:ea typeface="+mn-ea"/>
          <a:cs typeface="+mn-cs"/>
        </a:defRPr>
      </a:lvl1pPr>
    </p:titleStyle>
    <p:bodyStyle>
      <a:lvl1pPr marL="342900" indent="-342900" algn="l" defTabSz="914400" latinLnBrk="1">
        <a:spcBef>
          <a:spcPct val="20000"/>
        </a:spcBef>
        <a:buFont typeface="Arial"/>
        <a:buChar char="0"/>
        <a:defRPr lang="ko-KR" sz="2800" baseline="0" smtClean="0">
          <a:solidFill>
            <a:schemeClr val="tx1"/>
          </a:solidFill>
          <a:latin typeface="+mn-lt"/>
          <a:ea typeface="+mn-ea"/>
          <a:cs typeface="+mn-cs"/>
        </a:defRPr>
      </a:lvl1pPr>
      <a:lvl2pPr marL="742950" lvl="1" indent="-285750" defTabSz="914400" latinLnBrk="1">
        <a:buChar char="-"/>
        <a:defRPr lang="ko-KR" sz="2400" smtClean="0"/>
      </a:lvl2pPr>
      <a:lvl3pPr marL="1143000" lvl="2" indent="-228600" defTabSz="914400" latinLnBrk="1">
        <a:buChar char="0"/>
        <a:defRPr lang="ko-KR" sz="2000" smtClean="0"/>
      </a:lvl3pPr>
      <a:lvl4pPr marL="1600200" lvl="3" indent="-228600" defTabSz="914400" latinLnBrk="1">
        <a:buChar char="-"/>
        <a:defRPr lang="ko-KR" sz="1800" smtClean="0"/>
      </a:lvl4pPr>
      <a:lvl5pPr marL="2057400" lvl="4" indent="-228600" defTabSz="914400" latinLnBrk="1">
        <a:buChar char="-69"/>
        <a:defRPr lang="ko-KR" sz="1800" smtClean="0"/>
      </a:lvl5pPr>
    </p:bodyStyle>
    <p:otherStyle>
      <a:lvl1pPr marL="0" indent="0" algn="l" defTabSz="914400" latinLnBrk="1">
        <a:buNone/>
        <a:defRPr lang="ko-KR" sz="1800" baseline="0" smtClean="0">
          <a:solidFill>
            <a:schemeClr val="tx1"/>
          </a:solidFill>
          <a:latin typeface="+mn-lt"/>
          <a:ea typeface="+mn-ea"/>
          <a:cs typeface="+mn-cs"/>
        </a:defRPr>
      </a:lvl1pPr>
      <a:lvl2pPr marL="457200" lvl="1" indent="0" defTabSz="914400" latinLnBrk="1">
        <a:defRPr lang="ko-KR" smtClean="0"/>
      </a:lvl2pPr>
      <a:lvl3pPr marL="914400" lvl="2" indent="0" defTabSz="914400" latinLnBrk="1">
        <a:defRPr lang="ko-KR" smtClean="0"/>
      </a:lvl3pPr>
      <a:lvl4pPr marL="1371600" lvl="3" indent="0" defTabSz="914400" latinLnBrk="1">
        <a:defRPr lang="ko-KR" smtClean="0"/>
      </a:lvl4pPr>
      <a:lvl5pPr marL="1828800" lvl="4" indent="0" defTabSz="914400" latinLnBrk="1">
        <a:defRPr lang="ko-KR" smtClean="0"/>
      </a:lvl5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txBox="1">
            <a:spLocks noGrp="1"/>
          </p:cNvSpPr>
          <p:nvPr>
            <p:ph type="ctrTitle"/>
          </p:nvPr>
        </p:nvSpPr>
        <p:spPr>
          <a:xfrm>
            <a:off x="914400" y="2130425"/>
            <a:ext cx="10363835" cy="1470660"/>
          </a:xfrm>
          <a:prstGeom prst="rect">
            <a:avLst/>
          </a:prstGeom>
        </p:spPr>
        <p:txBody>
          <a:bodyPr vert="horz" wrap="square" lIns="91440" tIns="45720" rIns="91440" bIns="45720" numCol="1" anchor="ctr">
            <a:normAutofit/>
          </a:bodyPr>
          <a:lstStyle>
            <a:lvl1pPr marL="0" indent="0" latinLnBrk="0">
              <a:buFontTx/>
              <a:buNone/>
              <a:defRPr lang="en-GB" altLang="en-US">
                <a:solidFill>
                  <a:schemeClr val="bg1"/>
                </a:solidFill>
              </a:defRPr>
            </a:lvl1pPr>
          </a:lstStyle>
          <a:p>
            <a:pPr marL="0" indent="0" latinLnBrk="0">
              <a:buFontTx/>
              <a:buNone/>
            </a:pPr>
            <a:r>
              <a:rPr lang="ko-KR" altLang="en-US"/>
              <a:t>네트워크프로그래밍 설계과제 최종발표</a:t>
            </a:r>
            <a:br>
              <a:rPr lang="ko-KR" altLang="en-US"/>
            </a:br>
            <a:r>
              <a:rPr lang="ko-KR" altLang="en-US"/>
              <a:t>서버와 클라이언트 간의 빙고게임</a:t>
            </a:r>
          </a:p>
        </p:txBody>
      </p:sp>
      <p:sp>
        <p:nvSpPr>
          <p:cNvPr id="3" name="부제목 2"/>
          <p:cNvSpPr txBox="1">
            <a:spLocks noGrp="1"/>
          </p:cNvSpPr>
          <p:nvPr>
            <p:ph type="subTitle" idx="1"/>
          </p:nvPr>
        </p:nvSpPr>
        <p:spPr>
          <a:xfrm>
            <a:off x="1828800" y="4653280"/>
            <a:ext cx="8535670" cy="1369695"/>
          </a:xfrm>
          <a:prstGeom prst="rect">
            <a:avLst/>
          </a:prstGeom>
        </p:spPr>
        <p:txBody>
          <a:bodyPr vert="horz" wrap="square" lIns="91440" tIns="45720" rIns="91440" bIns="45720" numCol="1" anchor="t">
            <a:normAutofit fontScale="85000" lnSpcReduction="20000"/>
          </a:bodyPr>
          <a:lstStyle/>
          <a:p>
            <a:pPr marL="0" indent="0" latinLnBrk="0">
              <a:lnSpc>
                <a:spcPct val="114999"/>
              </a:lnSpc>
              <a:buFontTx/>
              <a:buNone/>
            </a:pPr>
            <a:r>
              <a:rPr lang="ko-KR" altLang="en-US">
                <a:solidFill>
                  <a:schemeClr val="tx1"/>
                </a:solidFill>
                <a:latin typeface="맑은 고딕" charset="0"/>
                <a:ea typeface="맑은 고딕" charset="0"/>
              </a:rPr>
              <a:t>Team BINGO(5조)</a:t>
            </a:r>
          </a:p>
          <a:p>
            <a:pPr marL="0" indent="0" latinLnBrk="0">
              <a:lnSpc>
                <a:spcPct val="114999"/>
              </a:lnSpc>
              <a:buFontTx/>
              <a:buNone/>
            </a:pPr>
            <a:r>
              <a:rPr lang="ko-KR" altLang="en-US">
                <a:solidFill>
                  <a:schemeClr val="tx1"/>
                </a:solidFill>
                <a:latin typeface="맑은 고딕" charset="0"/>
                <a:ea typeface="맑은 고딕" charset="0"/>
              </a:rPr>
              <a:t>2017150003 권순호</a:t>
            </a:r>
          </a:p>
          <a:p>
            <a:pPr marL="0" indent="0" latinLnBrk="0">
              <a:lnSpc>
                <a:spcPct val="114999"/>
              </a:lnSpc>
              <a:buFontTx/>
              <a:buNone/>
            </a:pPr>
            <a:r>
              <a:rPr lang="ko-KR" altLang="en-US">
                <a:solidFill>
                  <a:schemeClr val="tx1"/>
                </a:solidFill>
                <a:latin typeface="맑은 고딕" charset="0"/>
                <a:ea typeface="맑은 고딕" charset="0"/>
              </a:rPr>
              <a:t>2017150039 한민</a:t>
            </a:r>
          </a:p>
          <a:p>
            <a:pPr marL="0" indent="0" latinLnBrk="0">
              <a:lnSpc>
                <a:spcPct val="114999"/>
              </a:lnSpc>
              <a:buFontTx/>
              <a:buNone/>
            </a:pPr>
            <a:endParaRPr lang="ko-KR" altLang="en-US">
              <a:solidFill>
                <a:schemeClr val="tx1"/>
              </a:solidFill>
              <a:latin typeface="맑은 고딕" charset="0"/>
              <a:ea typeface="맑은 고딕" charset="0"/>
            </a:endParaRPr>
          </a:p>
        </p:txBody>
      </p:sp>
      <p:sp>
        <p:nvSpPr>
          <p:cNvPr id="4" name="텍스트 상자 1"/>
          <p:cNvSpPr txBox="1">
            <a:spLocks/>
          </p:cNvSpPr>
          <p:nvPr/>
        </p:nvSpPr>
        <p:spPr>
          <a:xfrm>
            <a:off x="9131300" y="5010150"/>
            <a:ext cx="318770" cy="389890"/>
          </a:xfrm>
          <a:prstGeom prst="rect">
            <a:avLst/>
          </a:prstGeom>
          <a:noFill/>
          <a:ln w="0">
            <a:noFill/>
            <a:prstDash/>
          </a:ln>
        </p:spPr>
        <p:txBody>
          <a:bodyPr vert="horz" wrap="none" lIns="89535" tIns="46355" rIns="89535" bIns="46355" anchor="t">
            <a:spAutoFit/>
          </a:bodyPr>
          <a:lstStyle/>
          <a:p>
            <a:pPr marL="0" indent="0" algn="l" hangingPunct="1"/>
            <a:endParaRPr lang="ko-KR" altLang="en-US" sz="1800">
              <a:latin typeface="맑은 고딕" charset="0"/>
              <a:ea typeface="맑은 고딕" charset="0"/>
            </a:endParaRPr>
          </a:p>
        </p:txBody>
      </p:sp>
      <p:sp>
        <p:nvSpPr>
          <p:cNvPr id="5" name="텍스트 상자 2"/>
          <p:cNvSpPr txBox="1">
            <a:spLocks/>
          </p:cNvSpPr>
          <p:nvPr/>
        </p:nvSpPr>
        <p:spPr>
          <a:xfrm>
            <a:off x="6308090" y="4811395"/>
            <a:ext cx="46990" cy="46990"/>
          </a:xfrm>
          <a:prstGeom prst="rect">
            <a:avLst/>
          </a:prstGeom>
          <a:noFill/>
          <a:ln w="0">
            <a:noFill/>
            <a:prstDash/>
          </a:ln>
        </p:spPr>
        <p:txBody>
          <a:bodyPr vert="horz" wrap="square" lIns="89535" tIns="46355" rIns="89535" bIns="46355" anchor="t">
            <a:spAutoFit/>
          </a:bodyPr>
          <a:lstStyle/>
          <a:p>
            <a:pPr marL="0" indent="0" algn="l" hangingPunct="1"/>
            <a:endParaRPr lang="ko-KR" altLang="en-US" sz="1800">
              <a:latin typeface="맑은 고딕" charset="0"/>
              <a:ea typeface="맑은 고딕" charset="0"/>
            </a:endParaRPr>
          </a:p>
        </p:txBody>
      </p:sp>
    </p:spTree>
    <p:extLst>
      <p:ext uri="{BB962C8B-B14F-4D97-AF65-F5344CB8AC3E}">
        <p14:creationId xmlns:p14="http://schemas.microsoft.com/office/powerpoint/2010/main" val="922031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txBox="1">
            <a:spLocks noGrp="1"/>
          </p:cNvSpPr>
          <p:nvPr>
            <p:ph type="title"/>
          </p:nvPr>
        </p:nvSpPr>
        <p:spPr>
          <a:xfrm>
            <a:off x="609600" y="274955"/>
            <a:ext cx="10973435" cy="1143635"/>
          </a:xfrm>
          <a:prstGeom prst="rect">
            <a:avLst/>
          </a:prstGeom>
        </p:spPr>
        <p:txBody>
          <a:bodyPr vert="horz" wrap="square" lIns="91440" tIns="45720" rIns="91440" bIns="45720" numCol="1" anchor="ctr">
            <a:normAutofit fontScale="90000"/>
          </a:bodyPr>
          <a:lstStyle/>
          <a:p>
            <a:pPr marL="0" indent="0" rtl="0" latinLnBrk="0">
              <a:buFontTx/>
              <a:buNone/>
            </a:pPr>
            <a:r>
              <a:rPr lang="ko-KR" altLang="en-US"/>
              <a:t>문제 정의 및 요구사항 분석(1) - 문제 정의 및 설계 과제 목표</a:t>
            </a:r>
          </a:p>
        </p:txBody>
      </p:sp>
      <p:sp>
        <p:nvSpPr>
          <p:cNvPr id="3" name="내용 개체 틀 2"/>
          <p:cNvSpPr txBox="1">
            <a:spLocks noGrp="1"/>
          </p:cNvSpPr>
          <p:nvPr>
            <p:ph idx="1"/>
          </p:nvPr>
        </p:nvSpPr>
        <p:spPr>
          <a:xfrm>
            <a:off x="609600" y="1600200"/>
            <a:ext cx="10974070" cy="4609465"/>
          </a:xfrm>
          <a:prstGeom prst="rect">
            <a:avLst/>
          </a:prstGeom>
        </p:spPr>
        <p:txBody>
          <a:bodyPr vert="horz" wrap="square" lIns="91440" tIns="45720" rIns="91440" bIns="45720" numCol="1" anchor="t">
            <a:normAutofit/>
          </a:bodyPr>
          <a:lstStyle/>
          <a:p>
            <a:pPr marL="228600" indent="-228600" algn="l" defTabSz="914400" rtl="0" eaLnBrk="1" latinLnBrk="0" hangingPunct="1">
              <a:lnSpc>
                <a:spcPct val="114999"/>
              </a:lnSpc>
              <a:spcBef>
                <a:spcPct val="20000"/>
              </a:spcBef>
              <a:buFontTx/>
              <a:buNone/>
            </a:pPr>
            <a:r>
              <a:rPr lang="ko-KR" sz="2400">
                <a:solidFill>
                  <a:schemeClr val="tx1">
                    <a:alpha val="80070"/>
                  </a:schemeClr>
                </a:solidFill>
                <a:latin typeface="맑은 고딕" charset="0"/>
                <a:ea typeface="맑은 고딕" charset="0"/>
              </a:rPr>
              <a:t>ㅇ </a:t>
            </a:r>
            <a:r>
              <a:rPr sz="2400">
                <a:solidFill>
                  <a:schemeClr val="tx1">
                    <a:alpha val="80070"/>
                  </a:schemeClr>
                </a:solidFill>
                <a:latin typeface="맑은 고딕" charset="0"/>
                <a:ea typeface="맑은 고딕" charset="0"/>
              </a:rPr>
              <a:t>저희 조의 주제는 서버와 클라이언트가 1:1로 통신하며 즐기는 빙고 게임입니다.</a:t>
            </a:r>
            <a:endParaRPr lang="ko-KR" altLang="en-US" sz="2400">
              <a:solidFill>
                <a:schemeClr val="tx1">
                  <a:alpha val="80070"/>
                </a:schemeClr>
              </a:solidFill>
              <a:latin typeface="맑은 고딕" charset="0"/>
              <a:ea typeface="맑은 고딕" charset="0"/>
            </a:endParaRPr>
          </a:p>
          <a:p>
            <a:pPr marL="228600" indent="-228600" algn="l" defTabSz="914400" rtl="0" eaLnBrk="1" latinLnBrk="0" hangingPunct="1">
              <a:lnSpc>
                <a:spcPct val="114999"/>
              </a:lnSpc>
              <a:spcBef>
                <a:spcPct val="20000"/>
              </a:spcBef>
              <a:buFontTx/>
              <a:buNone/>
            </a:pPr>
            <a:r>
              <a:rPr lang="ko-KR" sz="2400">
                <a:solidFill>
                  <a:schemeClr val="tx1">
                    <a:alpha val="80070"/>
                  </a:schemeClr>
                </a:solidFill>
                <a:latin typeface="맑은 고딕" charset="0"/>
                <a:ea typeface="맑은 고딕" charset="0"/>
              </a:rPr>
              <a:t>ㅇ </a:t>
            </a:r>
            <a:r>
              <a:rPr sz="2400">
                <a:solidFill>
                  <a:schemeClr val="tx1">
                    <a:alpha val="80070"/>
                  </a:schemeClr>
                </a:solidFill>
                <a:latin typeface="맑은 고딕" charset="0"/>
                <a:ea typeface="맑은 고딕" charset="0"/>
              </a:rPr>
              <a:t>서로 다른 네트워크 인터페이스를 사용할 계획이며, </a:t>
            </a:r>
            <a:r>
              <a:rPr sz="2400">
                <a:solidFill>
                  <a:srgbClr val="FF0000"/>
                </a:solidFill>
                <a:latin typeface="맑은 고딕" charset="0"/>
                <a:ea typeface="맑은 고딕" charset="0"/>
              </a:rPr>
              <a:t>서버는 버클리 소켓</a:t>
            </a:r>
            <a:r>
              <a:rPr sz="2400">
                <a:solidFill>
                  <a:schemeClr val="tx1">
                    <a:alpha val="80070"/>
                  </a:schemeClr>
                </a:solidFill>
                <a:latin typeface="맑은 고딕" charset="0"/>
                <a:ea typeface="맑은 고딕" charset="0"/>
              </a:rPr>
              <a:t>, 그리고 </a:t>
            </a:r>
            <a:r>
              <a:rPr sz="2400">
                <a:solidFill>
                  <a:srgbClr val="FF0000"/>
                </a:solidFill>
                <a:latin typeface="맑은 고딕" charset="0"/>
                <a:ea typeface="맑은 고딕" charset="0"/>
              </a:rPr>
              <a:t>클라이언트는 윈도우 소켓</a:t>
            </a:r>
            <a:r>
              <a:rPr sz="2400">
                <a:solidFill>
                  <a:schemeClr val="tx1">
                    <a:alpha val="80070"/>
                  </a:schemeClr>
                </a:solidFill>
                <a:latin typeface="맑은 고딕" charset="0"/>
                <a:ea typeface="맑은 고딕" charset="0"/>
              </a:rPr>
              <a:t>을 사용하여 프로그램을 구현할 예정입니다.</a:t>
            </a:r>
            <a:endParaRPr lang="ko-KR" altLang="en-US" sz="2400">
              <a:solidFill>
                <a:schemeClr val="tx1">
                  <a:alpha val="80070"/>
                </a:schemeClr>
              </a:solidFill>
              <a:latin typeface="맑은 고딕" charset="0"/>
              <a:ea typeface="맑은 고딕" charset="0"/>
            </a:endParaRPr>
          </a:p>
          <a:p>
            <a:pPr marL="228600" indent="-228600" algn="l" defTabSz="914400" rtl="0" eaLnBrk="1" latinLnBrk="0" hangingPunct="1">
              <a:lnSpc>
                <a:spcPct val="114999"/>
              </a:lnSpc>
              <a:spcBef>
                <a:spcPct val="20000"/>
              </a:spcBef>
              <a:buFontTx/>
              <a:buNone/>
            </a:pPr>
            <a:r>
              <a:rPr lang="ko-KR" sz="2400">
                <a:solidFill>
                  <a:schemeClr val="tx1">
                    <a:alpha val="80070"/>
                  </a:schemeClr>
                </a:solidFill>
                <a:latin typeface="맑은 고딕" charset="0"/>
                <a:ea typeface="맑은 고딕" charset="0"/>
              </a:rPr>
              <a:t>ㅇ </a:t>
            </a:r>
            <a:r>
              <a:rPr sz="2400">
                <a:solidFill>
                  <a:schemeClr val="tx1">
                    <a:alpha val="80070"/>
                  </a:schemeClr>
                </a:solidFill>
                <a:latin typeface="맑은 고딕" charset="0"/>
                <a:ea typeface="맑은 고딕" charset="0"/>
              </a:rPr>
              <a:t>서로 다른 소켓을 사용하여 간단한 빙고 게임을 구현하는 것이 설계과제의 목표이며, 설계 과제를 통해 서로 다른 네트워크 인터페이스 간의 연결 설정과 통신 방법, 그리고 익숙한 버클리 소켓뿐만 아니라 윈도우 소켓의 소스 코드를 학습할 예정입니다.</a:t>
            </a:r>
            <a:endParaRPr lang="ko-KR" altLang="en-US" sz="2400">
              <a:solidFill>
                <a:schemeClr val="tx1">
                  <a:alpha val="80070"/>
                </a:schemeClr>
              </a:solidFill>
              <a:latin typeface="맑은 고딕" charset="0"/>
              <a:ea typeface="맑은 고딕"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txBox="1">
            <a:spLocks noGrp="1"/>
          </p:cNvSpPr>
          <p:nvPr>
            <p:ph type="title"/>
          </p:nvPr>
        </p:nvSpPr>
        <p:spPr>
          <a:xfrm>
            <a:off x="609600" y="274955"/>
            <a:ext cx="10974070" cy="1144270"/>
          </a:xfrm>
          <a:prstGeom prst="rect">
            <a:avLst/>
          </a:prstGeom>
        </p:spPr>
        <p:txBody>
          <a:bodyPr vert="horz" wrap="square" lIns="91440" tIns="45720" rIns="91440" bIns="45720" numCol="1" anchor="ctr">
            <a:normAutofit fontScale="90000"/>
          </a:bodyPr>
          <a:lstStyle/>
          <a:p>
            <a:pPr marL="0" indent="0" rtl="0" latinLnBrk="0">
              <a:buFontTx/>
              <a:buNone/>
            </a:pPr>
            <a:r>
              <a:rPr lang="ko-KR" altLang="en-US" sz="4400">
                <a:latin typeface="맑은 고딕" charset="0"/>
                <a:ea typeface="맑은 고딕" charset="0"/>
              </a:rPr>
              <a:t>문제 정의 및 요구사항 분석(2) - 요구사항 분석</a:t>
            </a:r>
          </a:p>
        </p:txBody>
      </p:sp>
      <p:sp>
        <p:nvSpPr>
          <p:cNvPr id="3" name="내용 개체 틀 2"/>
          <p:cNvSpPr txBox="1">
            <a:spLocks noGrp="1"/>
          </p:cNvSpPr>
          <p:nvPr>
            <p:ph idx="1"/>
          </p:nvPr>
        </p:nvSpPr>
        <p:spPr>
          <a:xfrm>
            <a:off x="609600" y="1600200"/>
            <a:ext cx="10974070" cy="4527550"/>
          </a:xfrm>
          <a:prstGeom prst="rect">
            <a:avLst/>
          </a:prstGeom>
        </p:spPr>
        <p:txBody>
          <a:bodyPr vert="horz" wrap="square" lIns="91440" tIns="45720" rIns="91440" bIns="45720" numCol="1" anchor="t">
            <a:normAutofit lnSpcReduction="10000"/>
          </a:bodyPr>
          <a:lstStyle/>
          <a:p>
            <a:pPr marL="228600" indent="-228600" latinLnBrk="0">
              <a:lnSpc>
                <a:spcPct val="114999"/>
              </a:lnSpc>
              <a:buFontTx/>
              <a:buNone/>
            </a:pPr>
            <a:r>
              <a:rPr sz="2000" dirty="0">
                <a:solidFill>
                  <a:srgbClr val="000000"/>
                </a:solidFill>
                <a:latin typeface="맑은 고딕" charset="0"/>
                <a:ea typeface="맑은 고딕" charset="0"/>
              </a:rPr>
              <a:t>1. 클라이언트가 서버에 접속되면, 1~25번이 랜덤 함수에 의해 25개의 각 칸에 나누어 적힌 5x5 빙고 테이블이 각자 생성된다.</a:t>
            </a:r>
            <a:endParaRPr lang="ko-KR" altLang="en-US" sz="2000" dirty="0">
              <a:solidFill>
                <a:srgbClr val="000000"/>
              </a:solidFill>
              <a:latin typeface="맑은 고딕" charset="0"/>
              <a:ea typeface="맑은 고딕" charset="0"/>
            </a:endParaRPr>
          </a:p>
          <a:p>
            <a:pPr marL="228600" indent="-228600" latinLnBrk="0">
              <a:lnSpc>
                <a:spcPct val="114999"/>
              </a:lnSpc>
              <a:buFontTx/>
              <a:buNone/>
            </a:pPr>
            <a:r>
              <a:rPr sz="2000" dirty="0">
                <a:solidFill>
                  <a:srgbClr val="000000"/>
                </a:solidFill>
                <a:latin typeface="맑은 고딕" charset="0"/>
                <a:ea typeface="맑은 고딕" charset="0"/>
              </a:rPr>
              <a:t>2. 서버와 클라이언트는 빙고 테이블 내에 있는 번호 중 하나를 번갈아 가며 선택한다.</a:t>
            </a:r>
            <a:endParaRPr lang="ko-KR" altLang="en-US" sz="2000" dirty="0">
              <a:solidFill>
                <a:srgbClr val="000000"/>
              </a:solidFill>
              <a:latin typeface="맑은 고딕" charset="0"/>
              <a:ea typeface="맑은 고딕" charset="0"/>
            </a:endParaRPr>
          </a:p>
          <a:p>
            <a:pPr marL="228600" indent="-228600" latinLnBrk="0">
              <a:lnSpc>
                <a:spcPct val="114999"/>
              </a:lnSpc>
              <a:buFontTx/>
              <a:buNone/>
            </a:pPr>
            <a:r>
              <a:rPr sz="2000" dirty="0">
                <a:solidFill>
                  <a:srgbClr val="000000"/>
                </a:solidFill>
                <a:latin typeface="맑은 고딕" charset="0"/>
                <a:ea typeface="맑은 고딕" charset="0"/>
              </a:rPr>
              <a:t>3. 이때, 서버(컴퓨터)는 랜덤으로 번호를 선택하고, 클라이언트(사람)는 원하는 번호를 직접 입력하여 선택한다.</a:t>
            </a:r>
            <a:endParaRPr lang="ko-KR" altLang="en-US" sz="2000" dirty="0">
              <a:solidFill>
                <a:srgbClr val="000000"/>
              </a:solidFill>
              <a:latin typeface="맑은 고딕" charset="0"/>
              <a:ea typeface="맑은 고딕" charset="0"/>
            </a:endParaRPr>
          </a:p>
          <a:p>
            <a:pPr marL="228600" indent="-228600" latinLnBrk="0">
              <a:lnSpc>
                <a:spcPct val="114999"/>
              </a:lnSpc>
              <a:buFontTx/>
              <a:buNone/>
            </a:pPr>
            <a:r>
              <a:rPr sz="2000" dirty="0">
                <a:solidFill>
                  <a:srgbClr val="000000"/>
                </a:solidFill>
                <a:latin typeface="맑은 고딕" charset="0"/>
                <a:ea typeface="맑은 고딕" charset="0"/>
              </a:rPr>
              <a:t>3. 한 번 선택된 번호는 같은 게임 내에서 다시 선택될 수 없으며, 빙고 테이블 내에 중복되는 번호가 있으면 안 된다.</a:t>
            </a:r>
            <a:endParaRPr lang="ko-KR" altLang="en-US" sz="2000" dirty="0">
              <a:solidFill>
                <a:srgbClr val="000000"/>
              </a:solidFill>
              <a:latin typeface="맑은 고딕" charset="0"/>
              <a:ea typeface="맑은 고딕" charset="0"/>
            </a:endParaRPr>
          </a:p>
          <a:p>
            <a:pPr marL="228600" indent="-228600" latinLnBrk="0">
              <a:lnSpc>
                <a:spcPct val="114999"/>
              </a:lnSpc>
              <a:buFontTx/>
              <a:buNone/>
            </a:pPr>
            <a:r>
              <a:rPr sz="2000" dirty="0">
                <a:solidFill>
                  <a:srgbClr val="000000"/>
                </a:solidFill>
                <a:latin typeface="맑은 고딕" charset="0"/>
                <a:ea typeface="맑은 고딕" charset="0"/>
              </a:rPr>
              <a:t>4. 빙고 테이블에서 선택한 번호가 있는 위치를 찾고, 그 위치에 </a:t>
            </a:r>
            <a:r>
              <a:rPr sz="2000" dirty="0" err="1">
                <a:solidFill>
                  <a:srgbClr val="000000"/>
                </a:solidFill>
                <a:latin typeface="맑은 고딕" charset="0"/>
                <a:ea typeface="맑은 고딕" charset="0"/>
              </a:rPr>
              <a:t>X</a:t>
            </a:r>
            <a:r>
              <a:rPr sz="2000" dirty="0">
                <a:solidFill>
                  <a:srgbClr val="000000"/>
                </a:solidFill>
                <a:latin typeface="맑은 고딕" charset="0"/>
                <a:ea typeface="맑은 고딕" charset="0"/>
              </a:rPr>
              <a:t> 표시를 한다.</a:t>
            </a:r>
            <a:endParaRPr lang="ko-KR" altLang="en-US" sz="2000" dirty="0">
              <a:solidFill>
                <a:srgbClr val="000000"/>
              </a:solidFill>
              <a:latin typeface="맑은 고딕" charset="0"/>
              <a:ea typeface="맑은 고딕" charset="0"/>
            </a:endParaRPr>
          </a:p>
          <a:p>
            <a:pPr marL="228600" indent="-228600" latinLnBrk="0">
              <a:lnSpc>
                <a:spcPct val="114999"/>
              </a:lnSpc>
              <a:buFontTx/>
              <a:buNone/>
            </a:pPr>
            <a:r>
              <a:rPr sz="2000" dirty="0">
                <a:solidFill>
                  <a:srgbClr val="000000"/>
                </a:solidFill>
                <a:latin typeface="맑은 고딕" charset="0"/>
                <a:ea typeface="맑은 고딕" charset="0"/>
              </a:rPr>
              <a:t>5. 빙고 테이블이 갱신될 때마다 빙고 테이블을 출력한다.</a:t>
            </a:r>
            <a:endParaRPr lang="ko-KR" altLang="en-US" sz="2000" dirty="0">
              <a:solidFill>
                <a:srgbClr val="000000"/>
              </a:solidFill>
              <a:latin typeface="맑은 고딕" charset="0"/>
              <a:ea typeface="맑은 고딕" charset="0"/>
            </a:endParaRPr>
          </a:p>
          <a:p>
            <a:pPr marL="228600" indent="-228600" latinLnBrk="0">
              <a:lnSpc>
                <a:spcPct val="114999"/>
              </a:lnSpc>
              <a:buFontTx/>
              <a:buNone/>
            </a:pPr>
            <a:r>
              <a:rPr sz="2000" dirty="0">
                <a:solidFill>
                  <a:srgbClr val="000000"/>
                </a:solidFill>
                <a:latin typeface="맑은 고딕" charset="0"/>
                <a:ea typeface="맑은 고딕" charset="0"/>
              </a:rPr>
              <a:t>6. 가로 또는 세로 한 줄의 숫자가 모두 </a:t>
            </a:r>
            <a:r>
              <a:rPr sz="2000" dirty="0" err="1">
                <a:solidFill>
                  <a:srgbClr val="000000"/>
                </a:solidFill>
                <a:latin typeface="맑은 고딕" charset="0"/>
                <a:ea typeface="맑은 고딕" charset="0"/>
              </a:rPr>
              <a:t>X</a:t>
            </a:r>
            <a:r>
              <a:rPr lang="en-US" sz="2000" dirty="0">
                <a:solidFill>
                  <a:srgbClr val="000000"/>
                </a:solidFill>
                <a:latin typeface="맑은 고딕" charset="0"/>
                <a:ea typeface="맑은 고딕" charset="0"/>
              </a:rPr>
              <a:t> </a:t>
            </a:r>
            <a:r>
              <a:rPr sz="2000" dirty="0">
                <a:solidFill>
                  <a:srgbClr val="000000"/>
                </a:solidFill>
                <a:latin typeface="맑은 고딕" charset="0"/>
                <a:ea typeface="맑은 고딕" charset="0"/>
              </a:rPr>
              <a:t>표시로 변경되면, 해당 플레이어의 빙고가 된다.</a:t>
            </a:r>
            <a:endParaRPr lang="ko-KR" altLang="en-US" sz="2000" dirty="0">
              <a:solidFill>
                <a:srgbClr val="000000"/>
              </a:solidFill>
              <a:latin typeface="맑은 고딕" charset="0"/>
              <a:ea typeface="맑은 고딕" charset="0"/>
            </a:endParaRPr>
          </a:p>
          <a:p>
            <a:pPr marL="228600" indent="-228600" latinLnBrk="0">
              <a:lnSpc>
                <a:spcPct val="114999"/>
              </a:lnSpc>
              <a:buFontTx/>
              <a:buNone/>
            </a:pPr>
            <a:r>
              <a:rPr sz="2000" b="0" dirty="0">
                <a:solidFill>
                  <a:srgbClr val="000000"/>
                </a:solidFill>
                <a:latin typeface="맑은 고딕" charset="0"/>
                <a:ea typeface="맑은 고딕" charset="0"/>
              </a:rPr>
              <a:t>7. 먼저 빙고를 </a:t>
            </a:r>
            <a:r>
              <a:rPr sz="2000" dirty="0">
                <a:solidFill>
                  <a:schemeClr val="tx1">
                    <a:alpha val="80070"/>
                  </a:schemeClr>
                </a:solidFill>
                <a:latin typeface="맑은 고딕" charset="0"/>
                <a:ea typeface="맑은 고딕" charset="0"/>
              </a:rPr>
              <a:t>달성한 플레이어가 승리하게 되며, 게임이 종료되면 클라이언트는 접속을 종료할 것인지, 새로운 게임을 시작할 것인지 선택할 수 있다.</a:t>
            </a:r>
            <a:endParaRPr lang="ko-KR" altLang="en-US" sz="2000" dirty="0">
              <a:solidFill>
                <a:schemeClr val="tx1">
                  <a:alpha val="80070"/>
                </a:schemeClr>
              </a:solidFill>
              <a:latin typeface="맑은 고딕" charset="0"/>
              <a:ea typeface="맑은 고딕"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txBox="1">
            <a:spLocks noGrp="1"/>
          </p:cNvSpPr>
          <p:nvPr>
            <p:ph type="title"/>
          </p:nvPr>
        </p:nvSpPr>
        <p:spPr>
          <a:xfrm>
            <a:off x="609600" y="274955"/>
            <a:ext cx="10973435" cy="1143635"/>
          </a:xfrm>
          <a:prstGeom prst="rect">
            <a:avLst/>
          </a:prstGeom>
        </p:spPr>
        <p:txBody>
          <a:bodyPr vert="horz" wrap="square" lIns="91440" tIns="45720" rIns="91440" bIns="45720" numCol="1" anchor="ctr">
            <a:normAutofit/>
          </a:bodyPr>
          <a:lstStyle/>
          <a:p>
            <a:pPr marL="0" indent="0" rtl="0" latinLnBrk="0">
              <a:buFontTx/>
              <a:buNone/>
            </a:pPr>
            <a:r>
              <a:rPr lang="ko-KR" altLang="en-US" sz="4400">
                <a:latin typeface="굴림" charset="0"/>
                <a:ea typeface="굴림" charset="0"/>
                <a:cs typeface="+mj-cs"/>
              </a:rPr>
              <a:t>소프트웨어 설계(1)</a:t>
            </a:r>
          </a:p>
        </p:txBody>
      </p:sp>
      <p:sp>
        <p:nvSpPr>
          <p:cNvPr id="3" name="내용 개체 틀 2"/>
          <p:cNvSpPr txBox="1">
            <a:spLocks noGrp="1"/>
          </p:cNvSpPr>
          <p:nvPr>
            <p:ph idx="1"/>
          </p:nvPr>
        </p:nvSpPr>
        <p:spPr>
          <a:xfrm>
            <a:off x="609600" y="1600200"/>
            <a:ext cx="10974070" cy="4527550"/>
          </a:xfrm>
          <a:prstGeom prst="rect">
            <a:avLst/>
          </a:prstGeom>
        </p:spPr>
        <p:txBody>
          <a:bodyPr vert="horz" wrap="square" lIns="91440" tIns="45720" rIns="91440" bIns="45720" numCol="1" anchor="t">
            <a:normAutofit/>
          </a:bodyPr>
          <a:lstStyle/>
          <a:p>
            <a:pPr marL="0" indent="0" latinLnBrk="0">
              <a:buClr>
                <a:srgbClr val="000000"/>
              </a:buClr>
              <a:buNone/>
            </a:pPr>
            <a:r>
              <a:rPr lang="ko-KR" sz="2400" b="1" dirty="0">
                <a:solidFill>
                  <a:srgbClr val="000000"/>
                </a:solidFill>
                <a:latin typeface="맑은 고딕" charset="0"/>
                <a:ea typeface="맑은 고딕" charset="0"/>
              </a:rPr>
              <a:t>소프트웨어 설계도(클</a:t>
            </a:r>
            <a:r>
              <a:rPr sz="2400" b="1" dirty="0">
                <a:solidFill>
                  <a:srgbClr val="000000"/>
                </a:solidFill>
                <a:latin typeface="맑은 고딕" charset="0"/>
                <a:ea typeface="맑은 고딕" charset="0"/>
              </a:rPr>
              <a:t>라이언트와 서버와의 연관관계를 그림으로 표현)</a:t>
            </a:r>
            <a:endParaRPr lang="ko-KR" altLang="en-US" sz="2400" b="1" dirty="0">
              <a:solidFill>
                <a:srgbClr val="000000"/>
              </a:solidFill>
              <a:latin typeface="맑은 고딕" charset="0"/>
              <a:ea typeface="맑은 고딕" charset="0"/>
            </a:endParaRPr>
          </a:p>
        </p:txBody>
      </p:sp>
      <p:pic>
        <p:nvPicPr>
          <p:cNvPr id="4" name="그림 4" descr="C:/Users/tnsgh/AppData/Roaming/PolarisOffice/ETemp/4788_18089792/fImage1631367141.png"/>
          <p:cNvPicPr>
            <a:picLocks noChangeAspect="1"/>
          </p:cNvPicPr>
          <p:nvPr/>
        </p:nvPicPr>
        <p:blipFill rotWithShape="1">
          <a:blip r:embed="rId2" cstate="print">
            <a:extLst>
              <a:ext uri="{28A0092B-C50C-407E-A947-70E740481C1C}">
                <a14:useLocalDpi xmlns:a14="http://schemas.microsoft.com/office/drawing/2010/main" val="0"/>
              </a:ext>
            </a:extLst>
          </a:blip>
          <a:stretch>
            <a:fillRect/>
          </a:stretch>
        </p:blipFill>
        <p:spPr>
          <a:xfrm>
            <a:off x="0" y="2352675"/>
            <a:ext cx="12192635" cy="367030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txBox="1">
            <a:spLocks noGrp="1"/>
          </p:cNvSpPr>
          <p:nvPr>
            <p:ph type="title"/>
          </p:nvPr>
        </p:nvSpPr>
        <p:spPr>
          <a:xfrm>
            <a:off x="609600" y="274955"/>
            <a:ext cx="10973435" cy="1143635"/>
          </a:xfrm>
          <a:prstGeom prst="rect">
            <a:avLst/>
          </a:prstGeom>
        </p:spPr>
        <p:txBody>
          <a:bodyPr vert="horz" wrap="square" lIns="91440" tIns="45720" rIns="91440" bIns="45720" numCol="1" anchor="ctr">
            <a:normAutofit/>
          </a:bodyPr>
          <a:lstStyle/>
          <a:p>
            <a:pPr marL="0" indent="0" rtl="0" latinLnBrk="0">
              <a:buFontTx/>
              <a:buNone/>
            </a:pPr>
            <a:r>
              <a:rPr lang="ko-KR" altLang="en-US" sz="4400">
                <a:latin typeface="굴림" charset="0"/>
                <a:ea typeface="굴림" charset="0"/>
                <a:cs typeface="+mj-cs"/>
              </a:rPr>
              <a:t>소프트웨어 설계(2)</a:t>
            </a:r>
          </a:p>
        </p:txBody>
      </p:sp>
      <p:sp>
        <p:nvSpPr>
          <p:cNvPr id="3" name="내용 개체 틀 2"/>
          <p:cNvSpPr txBox="1">
            <a:spLocks noGrp="1"/>
          </p:cNvSpPr>
          <p:nvPr>
            <p:ph idx="1"/>
          </p:nvPr>
        </p:nvSpPr>
        <p:spPr>
          <a:xfrm>
            <a:off x="609600" y="1600200"/>
            <a:ext cx="10974070" cy="4527550"/>
          </a:xfrm>
          <a:prstGeom prst="rect">
            <a:avLst/>
          </a:prstGeom>
        </p:spPr>
        <p:txBody>
          <a:bodyPr vert="horz" wrap="square" lIns="91440" tIns="45720" rIns="91440" bIns="45720" numCol="1" anchor="t">
            <a:normAutofit/>
          </a:bodyPr>
          <a:lstStyle/>
          <a:p>
            <a:pPr marL="228600" indent="-228600" latinLnBrk="0">
              <a:lnSpc>
                <a:spcPct val="114999"/>
              </a:lnSpc>
              <a:buClr>
                <a:srgbClr val="000000"/>
              </a:buClr>
              <a:buFont typeface="맑은 고딕"/>
              <a:buChar char="»"/>
            </a:pPr>
            <a:r>
              <a:rPr sz="2400" b="1" dirty="0">
                <a:solidFill>
                  <a:srgbClr val="000000"/>
                </a:solidFill>
                <a:latin typeface="맑은 고딕" charset="0"/>
                <a:ea typeface="맑은 고딕" charset="0"/>
              </a:rPr>
              <a:t>메시지 정의 및 설명</a:t>
            </a:r>
            <a:endParaRPr lang="ko-KR" altLang="en-US" sz="2400" dirty="0">
              <a:solidFill>
                <a:srgbClr val="000000"/>
              </a:solidFill>
              <a:latin typeface="맑은 고딕" charset="0"/>
              <a:ea typeface="맑은 고딕" charset="0"/>
            </a:endParaRPr>
          </a:p>
          <a:p>
            <a:pPr marL="228600" indent="-228600" latinLnBrk="0">
              <a:lnSpc>
                <a:spcPct val="114999"/>
              </a:lnSpc>
              <a:buClr>
                <a:srgbClr val="000000"/>
              </a:buClr>
              <a:buFont typeface="맑은 고딕"/>
              <a:buChar char="»"/>
            </a:pPr>
            <a:r>
              <a:rPr sz="2400" dirty="0" err="1">
                <a:solidFill>
                  <a:srgbClr val="000000"/>
                </a:solidFill>
                <a:latin typeface="맑은 고딕" charset="0"/>
                <a:ea typeface="맑은 고딕" charset="0"/>
              </a:rPr>
              <a:t>Msg</a:t>
            </a:r>
            <a:r>
              <a:rPr sz="2400" dirty="0">
                <a:solidFill>
                  <a:srgbClr val="000000"/>
                </a:solidFill>
                <a:latin typeface="맑은 고딕" charset="0"/>
                <a:ea typeface="맑은 고딕" charset="0"/>
              </a:rPr>
              <a:t> : 클라이언트가 선택한 값 또는 서버에서 랜덤으로 선택된 값을 주고받으며 빙고판을 색칠하고 빙고를 판단하는데 사용하며, 특정한 코드가 </a:t>
            </a:r>
            <a:r>
              <a:rPr sz="2400" dirty="0" err="1">
                <a:solidFill>
                  <a:srgbClr val="000000"/>
                </a:solidFill>
                <a:latin typeface="맑은 고딕" charset="0"/>
                <a:ea typeface="맑은 고딕" charset="0"/>
              </a:rPr>
              <a:t>msg에</a:t>
            </a:r>
            <a:r>
              <a:rPr sz="2400" dirty="0">
                <a:solidFill>
                  <a:srgbClr val="000000"/>
                </a:solidFill>
                <a:latin typeface="맑은 고딕" charset="0"/>
                <a:ea typeface="맑은 고딕" charset="0"/>
              </a:rPr>
              <a:t> 담겨 전송되었을 경우, 빙고판을 초기화하거나 게임을 끝내고 연결을 해제한다.</a:t>
            </a:r>
            <a:endParaRPr lang="ko-KR" altLang="en-US" sz="2400" dirty="0">
              <a:solidFill>
                <a:srgbClr val="000000"/>
              </a:solidFill>
              <a:latin typeface="맑은 고딕" charset="0"/>
              <a:ea typeface="맑은 고딕" charset="0"/>
            </a:endParaRPr>
          </a:p>
          <a:p>
            <a:pPr marL="228600" indent="-228600" latinLnBrk="0">
              <a:lnSpc>
                <a:spcPct val="114999"/>
              </a:lnSpc>
              <a:buClr>
                <a:srgbClr val="000000"/>
              </a:buClr>
              <a:buFont typeface="맑은 고딕"/>
              <a:buChar char="»"/>
            </a:pPr>
            <a:r>
              <a:rPr sz="2400" dirty="0">
                <a:solidFill>
                  <a:srgbClr val="000000"/>
                </a:solidFill>
                <a:latin typeface="맑은 고딕" charset="0"/>
                <a:ea typeface="맑은 고딕" charset="0"/>
              </a:rPr>
              <a:t>1~25: 해당 숫자의 빙고 칸 색칠</a:t>
            </a:r>
            <a:endParaRPr lang="ko-KR" altLang="en-US" sz="2400" dirty="0">
              <a:solidFill>
                <a:srgbClr val="000000"/>
              </a:solidFill>
              <a:latin typeface="맑은 고딕" charset="0"/>
              <a:ea typeface="맑은 고딕" charset="0"/>
            </a:endParaRPr>
          </a:p>
          <a:p>
            <a:pPr marL="228600" indent="-228600" latinLnBrk="0">
              <a:lnSpc>
                <a:spcPct val="114999"/>
              </a:lnSpc>
              <a:buClr>
                <a:srgbClr val="000000"/>
              </a:buClr>
              <a:buFont typeface="맑은 고딕"/>
              <a:buChar char="»"/>
            </a:pPr>
            <a:r>
              <a:rPr sz="2400" dirty="0">
                <a:solidFill>
                  <a:srgbClr val="000000"/>
                </a:solidFill>
                <a:latin typeface="맑은 고딕" charset="0"/>
                <a:ea typeface="맑은 고딕" charset="0"/>
              </a:rPr>
              <a:t>98: 클라이언트의 게임 종료 코드, 수신 시 연결을 해제한다.</a:t>
            </a:r>
            <a:endParaRPr lang="ko-KR" altLang="en-US" sz="2400" dirty="0">
              <a:solidFill>
                <a:srgbClr val="000000"/>
              </a:solidFill>
              <a:latin typeface="맑은 고딕" charset="0"/>
              <a:ea typeface="맑은 고딕" charset="0"/>
            </a:endParaRPr>
          </a:p>
          <a:p>
            <a:pPr marL="228600" indent="-228600" latinLnBrk="0">
              <a:lnSpc>
                <a:spcPct val="114999"/>
              </a:lnSpc>
              <a:buClr>
                <a:srgbClr val="000000"/>
              </a:buClr>
              <a:buFont typeface="맑은 고딕"/>
              <a:buChar char="»"/>
            </a:pPr>
            <a:r>
              <a:rPr sz="2400" dirty="0">
                <a:solidFill>
                  <a:srgbClr val="000000"/>
                </a:solidFill>
                <a:latin typeface="맑은 고딕" charset="0"/>
                <a:ea typeface="맑은 고딕" charset="0"/>
              </a:rPr>
              <a:t>99: 서버 또는 클라이언트의 빙고 완성 코드, 수신 시 빙고판을 초기화하고 대기한다.</a:t>
            </a:r>
            <a:endParaRPr lang="ko-KR" altLang="en-US" sz="2400" dirty="0">
              <a:solidFill>
                <a:srgbClr val="000000"/>
              </a:solidFill>
              <a:latin typeface="맑은 고딕" charset="0"/>
              <a:ea typeface="맑은 고딕"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txBox="1">
            <a:spLocks noGrp="1"/>
          </p:cNvSpPr>
          <p:nvPr>
            <p:ph type="title"/>
          </p:nvPr>
        </p:nvSpPr>
        <p:spPr>
          <a:xfrm>
            <a:off x="609600" y="274955"/>
            <a:ext cx="10973435" cy="1143635"/>
          </a:xfrm>
          <a:prstGeom prst="rect">
            <a:avLst/>
          </a:prstGeom>
        </p:spPr>
        <p:txBody>
          <a:bodyPr vert="horz" wrap="square" lIns="91440" tIns="45720" rIns="91440" bIns="45720" numCol="1" anchor="ctr">
            <a:normAutofit/>
          </a:bodyPr>
          <a:lstStyle/>
          <a:p>
            <a:pPr marL="0" indent="0" rtl="0" latinLnBrk="0">
              <a:buFontTx/>
              <a:buNone/>
            </a:pPr>
            <a:r>
              <a:rPr lang="ko-KR" altLang="en-US" sz="4400">
                <a:latin typeface="굴림" charset="0"/>
                <a:ea typeface="굴림" charset="0"/>
                <a:cs typeface="+mj-cs"/>
              </a:rPr>
              <a:t>소프트웨어 설계(3)</a:t>
            </a:r>
          </a:p>
        </p:txBody>
      </p:sp>
      <p:sp>
        <p:nvSpPr>
          <p:cNvPr id="3" name="내용 개체 틀 2"/>
          <p:cNvSpPr txBox="1">
            <a:spLocks noGrp="1"/>
          </p:cNvSpPr>
          <p:nvPr>
            <p:ph idx="1"/>
          </p:nvPr>
        </p:nvSpPr>
        <p:spPr>
          <a:xfrm>
            <a:off x="609600" y="1600200"/>
            <a:ext cx="10974070" cy="4527550"/>
          </a:xfrm>
          <a:prstGeom prst="rect">
            <a:avLst/>
          </a:prstGeom>
        </p:spPr>
        <p:txBody>
          <a:bodyPr vert="horz" wrap="square" lIns="91440" tIns="45720" rIns="91440" bIns="45720" numCol="1" anchor="t">
            <a:normAutofit/>
          </a:bodyPr>
          <a:lstStyle/>
          <a:p>
            <a:pPr marL="228600" indent="-228600" latinLnBrk="0">
              <a:buClr>
                <a:srgbClr val="000000"/>
              </a:buClr>
              <a:buFont typeface="맑은 고딕"/>
              <a:buChar char="»"/>
            </a:pPr>
            <a:r>
              <a:rPr sz="2800" b="1">
                <a:solidFill>
                  <a:srgbClr val="000000"/>
                </a:solidFill>
                <a:latin typeface="맑은 고딕" charset="0"/>
                <a:ea typeface="맑은 고딕" charset="0"/>
              </a:rPr>
              <a:t>클라이언트와 서버의 구현 방법</a:t>
            </a:r>
            <a:endParaRPr lang="ko-KR" altLang="en-US" sz="2800">
              <a:solidFill>
                <a:srgbClr val="000000"/>
              </a:solidFill>
              <a:latin typeface="맑은 고딕" charset="0"/>
              <a:ea typeface="맑은 고딕" charset="0"/>
            </a:endParaRPr>
          </a:p>
          <a:p>
            <a:pPr marL="228600" indent="-228600" latinLnBrk="0">
              <a:buClr>
                <a:srgbClr val="000000"/>
              </a:buClr>
              <a:buFont typeface="맑은 고딕"/>
              <a:buChar char="»"/>
            </a:pPr>
            <a:r>
              <a:rPr sz="2400">
                <a:solidFill>
                  <a:srgbClr val="000000"/>
                </a:solidFill>
                <a:latin typeface="맑은 고딕" charset="0"/>
                <a:ea typeface="맑은 고딕" charset="0"/>
              </a:rPr>
              <a:t>클라이언트는 윈도우 소켓 기반의 C++ 코드로, 서버는 버클리 소켓 기반의 C 코드로 작성되었으며 클라이언트 코드는 그룹 구성원의 노트북에서, 서버 코드는 AWS를 이용하여 생성한 Linux 서버를 이용하여 동작 시켰다. </a:t>
            </a:r>
            <a:endParaRPr lang="ko-KR" altLang="en-US" sz="2400">
              <a:solidFill>
                <a:srgbClr val="000000"/>
              </a:solidFill>
              <a:latin typeface="맑은 고딕" charset="0"/>
              <a:ea typeface="맑은 고딕" charset="0"/>
            </a:endParaRPr>
          </a:p>
          <a:p>
            <a:pPr marL="228600" indent="-228600" latinLnBrk="0">
              <a:buClr>
                <a:srgbClr val="000000"/>
              </a:buClr>
              <a:buFont typeface="맑은 고딕"/>
              <a:buChar char="»"/>
            </a:pPr>
            <a:r>
              <a:rPr sz="2400">
                <a:solidFill>
                  <a:srgbClr val="000000"/>
                </a:solidFill>
                <a:latin typeface="맑은 고딕" charset="0"/>
                <a:ea typeface="맑은 고딕" charset="0"/>
              </a:rPr>
              <a:t>클라이언트 코드에는 서버의 IP 주소와 port 번호를 사전에 하드코딩 해 두었으며, 서버 코드를 작동시킬 때 매개변수로 포트를 지정해 연결하는 방식을 사용했다.</a:t>
            </a:r>
            <a:endParaRPr lang="ko-KR" altLang="en-US" sz="2400">
              <a:solidFill>
                <a:srgbClr val="000000"/>
              </a:solidFill>
              <a:latin typeface="맑은 고딕" charset="0"/>
              <a:ea typeface="맑은 고딕"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txBox="1">
            <a:spLocks noGrp="1"/>
          </p:cNvSpPr>
          <p:nvPr>
            <p:ph type="title"/>
          </p:nvPr>
        </p:nvSpPr>
        <p:spPr>
          <a:xfrm>
            <a:off x="609600" y="274955"/>
            <a:ext cx="10974070" cy="1144270"/>
          </a:xfrm>
          <a:prstGeom prst="rect">
            <a:avLst/>
          </a:prstGeom>
        </p:spPr>
        <p:txBody>
          <a:bodyPr vert="horz" wrap="square" lIns="91440" tIns="45720" rIns="91440" bIns="45720" numCol="1" anchor="ctr">
            <a:normAutofit/>
          </a:bodyPr>
          <a:lstStyle/>
          <a:p>
            <a:pPr marL="0" indent="0" rtl="0" latinLnBrk="0">
              <a:buFontTx/>
              <a:buNone/>
            </a:pPr>
            <a:r>
              <a:rPr lang="ko-KR" altLang="en-US" sz="4400">
                <a:latin typeface="굴림" charset="0"/>
                <a:ea typeface="굴림" charset="0"/>
                <a:cs typeface="+mj-cs"/>
              </a:rPr>
              <a:t>소프트웨어 구현 내용 및 데모</a:t>
            </a:r>
          </a:p>
        </p:txBody>
      </p:sp>
      <p:sp>
        <p:nvSpPr>
          <p:cNvPr id="3" name="내용 개체 틀 2"/>
          <p:cNvSpPr txBox="1">
            <a:spLocks noGrp="1"/>
          </p:cNvSpPr>
          <p:nvPr>
            <p:ph idx="1"/>
          </p:nvPr>
        </p:nvSpPr>
        <p:spPr>
          <a:xfrm>
            <a:off x="609600" y="1600200"/>
            <a:ext cx="10974070" cy="4527550"/>
          </a:xfrm>
          <a:prstGeom prst="rect">
            <a:avLst/>
          </a:prstGeom>
        </p:spPr>
        <p:txBody>
          <a:bodyPr vert="horz" wrap="square" lIns="91440" tIns="45720" rIns="91440" bIns="45720" numCol="1" anchor="t">
            <a:normAutofit fontScale="85000" lnSpcReduction="20000"/>
          </a:bodyPr>
          <a:lstStyle/>
          <a:p>
            <a:pPr marL="228600" indent="-228600" latinLnBrk="0">
              <a:buClr>
                <a:srgbClr val="000000"/>
              </a:buClr>
              <a:buFont typeface="맑은 고딕"/>
              <a:buChar char="»"/>
            </a:pPr>
            <a:r>
              <a:rPr sz="2800" b="1">
                <a:solidFill>
                  <a:srgbClr val="000000"/>
                </a:solidFill>
                <a:latin typeface="맑은 고딕" charset="0"/>
                <a:ea typeface="맑은 고딕" charset="0"/>
              </a:rPr>
              <a:t>소스 코드 주요 부분 설명</a:t>
            </a:r>
            <a:endParaRPr lang="ko-KR" altLang="en-US" sz="2800" b="1">
              <a:solidFill>
                <a:srgbClr val="000000"/>
              </a:solidFill>
              <a:latin typeface="맑은 고딕" charset="0"/>
              <a:ea typeface="맑은 고딕" charset="0"/>
            </a:endParaRPr>
          </a:p>
          <a:p>
            <a:pPr marL="228600" indent="-228600" latinLnBrk="0">
              <a:lnSpc>
                <a:spcPct val="114999"/>
              </a:lnSpc>
            </a:pPr>
            <a:r>
              <a:rPr sz="2400">
                <a:solidFill>
                  <a:srgbClr val="000000"/>
                </a:solidFill>
                <a:latin typeface="맑은 고딕" charset="0"/>
                <a:ea typeface="맑은 고딕" charset="0"/>
              </a:rPr>
              <a:t> void change(int num): 매개변수 num을 입력 받아 해당 숫자를 X로 바꿔준다.</a:t>
            </a:r>
            <a:endParaRPr lang="ko-KR" altLang="en-US" sz="2400">
              <a:solidFill>
                <a:srgbClr val="000000"/>
              </a:solidFill>
              <a:latin typeface="맑은 고딕" charset="0"/>
              <a:ea typeface="맑은 고딕" charset="0"/>
            </a:endParaRPr>
          </a:p>
          <a:p>
            <a:pPr marL="228600" indent="-228600" latinLnBrk="0">
              <a:lnSpc>
                <a:spcPct val="114999"/>
              </a:lnSpc>
            </a:pPr>
            <a:r>
              <a:rPr sz="2400">
                <a:solidFill>
                  <a:srgbClr val="000000"/>
                </a:solidFill>
                <a:latin typeface="맑은 고딕" charset="0"/>
                <a:ea typeface="맑은 고딕" charset="0"/>
              </a:rPr>
              <a:t> void print(): 2차원 배열의 빙고판을 출력해준다.</a:t>
            </a:r>
            <a:endParaRPr lang="ko-KR" altLang="en-US" sz="2400">
              <a:solidFill>
                <a:srgbClr val="000000"/>
              </a:solidFill>
              <a:latin typeface="맑은 고딕" charset="0"/>
              <a:ea typeface="맑은 고딕" charset="0"/>
            </a:endParaRPr>
          </a:p>
          <a:p>
            <a:pPr marL="228600" indent="-228600" latinLnBrk="0">
              <a:lnSpc>
                <a:spcPct val="114999"/>
              </a:lnSpc>
            </a:pPr>
            <a:r>
              <a:rPr sz="2400">
                <a:solidFill>
                  <a:srgbClr val="000000"/>
                </a:solidFill>
                <a:latin typeface="맑은 고딕" charset="0"/>
                <a:ea typeface="맑은 고딕" charset="0"/>
              </a:rPr>
              <a:t>int chk(): 빙고 여부를 확인하는 함수로, 가로의 5개 숫자가 연속으로 </a:t>
            </a:r>
            <a:r>
              <a:rPr sz="2400">
                <a:solidFill>
                  <a:srgbClr val="000000"/>
                </a:solidFill>
                <a:latin typeface="Times New Roman" charset="0"/>
                <a:ea typeface="맑은 고딕" charset="0"/>
              </a:rPr>
              <a:t>‘X’</a:t>
            </a:r>
            <a:r>
              <a:rPr sz="2400">
                <a:solidFill>
                  <a:srgbClr val="000000"/>
                </a:solidFill>
                <a:latin typeface="맑은 고딕" charset="0"/>
                <a:ea typeface="맑은 고딕" charset="0"/>
              </a:rPr>
              <a:t>라면 flag 변수를 1로 변경하고, 세로의 5개 숫자가 연속으로 </a:t>
            </a:r>
            <a:r>
              <a:rPr sz="2400">
                <a:solidFill>
                  <a:srgbClr val="000000"/>
                </a:solidFill>
                <a:latin typeface="Times New Roman" charset="0"/>
                <a:ea typeface="맑은 고딕" charset="0"/>
              </a:rPr>
              <a:t>‘X’</a:t>
            </a:r>
            <a:r>
              <a:rPr sz="2400">
                <a:solidFill>
                  <a:srgbClr val="000000"/>
                </a:solidFill>
                <a:latin typeface="맑은 고딕" charset="0"/>
                <a:ea typeface="맑은 고딕" charset="0"/>
              </a:rPr>
              <a:t>라면 flag 변수를 2로 변경하고 return 해준다.</a:t>
            </a:r>
            <a:endParaRPr lang="ko-KR" altLang="en-US" sz="2400">
              <a:solidFill>
                <a:srgbClr val="000000"/>
              </a:solidFill>
              <a:latin typeface="맑은 고딕" charset="0"/>
              <a:ea typeface="맑은 고딕" charset="0"/>
            </a:endParaRPr>
          </a:p>
          <a:p>
            <a:pPr marL="228600" indent="-228600" latinLnBrk="0">
              <a:lnSpc>
                <a:spcPct val="114999"/>
              </a:lnSpc>
            </a:pPr>
            <a:r>
              <a:rPr sz="2400">
                <a:solidFill>
                  <a:srgbClr val="000000"/>
                </a:solidFill>
                <a:latin typeface="맑은 고딕" charset="0"/>
                <a:ea typeface="맑은 고딕" charset="0"/>
              </a:rPr>
              <a:t>void create(): 빙고판을 새로 만드는 함수로, rand() % 25 + 1을 이용하여 1~25의 랜덤하게 생성된 숫자를 5x5 배열의 빙고판에 넣어준다. 이때, 1차원 배열 visited를 이용해, 이미 생성된 숫자는 다시 생성되지 않게 하여 숫자 25개가 모두 겹치지 않도록 생성해준다.</a:t>
            </a:r>
            <a:endParaRPr lang="ko-KR" altLang="en-US" sz="2400">
              <a:solidFill>
                <a:srgbClr val="000000"/>
              </a:solidFill>
              <a:latin typeface="맑은 고딕" charset="0"/>
              <a:ea typeface="맑은 고딕" charset="0"/>
            </a:endParaRPr>
          </a:p>
          <a:p>
            <a:pPr marL="228600" indent="-228600" latinLnBrk="0">
              <a:lnSpc>
                <a:spcPct val="114999"/>
              </a:lnSpc>
            </a:pPr>
            <a:r>
              <a:rPr sz="2400">
                <a:solidFill>
                  <a:srgbClr val="000000"/>
                </a:solidFill>
                <a:latin typeface="맑은 고딕" charset="0"/>
                <a:ea typeface="맑은 고딕" charset="0"/>
              </a:rPr>
              <a:t>int ask() (클라이언트): 컴퓨터(서버) 또는 클라이언트의 승리로 게임이 끝났을 때, 클라이언트 측에 게임을 계속(다시)할 것인지, 게임을 종료하고 연결을 해제할 것인지 묻는 함수이다, 게임을 종료하면 종료 코드 98을 msg에 담아 서버에 보내 연결을 끊도록 한다.</a:t>
            </a:r>
            <a:endParaRPr lang="ko-KR" altLang="en-US" sz="2400">
              <a:solidFill>
                <a:srgbClr val="000000"/>
              </a:solidFill>
              <a:latin typeface="맑은 고딕" charset="0"/>
              <a:ea typeface="맑은 고딕" charset="0"/>
            </a:endParaRPr>
          </a:p>
          <a:p>
            <a:pPr marL="228600" indent="-228600" latinLnBrk="0">
              <a:lnSpc>
                <a:spcPct val="114999"/>
              </a:lnSpc>
            </a:pPr>
            <a:r>
              <a:rPr sz="2400">
                <a:solidFill>
                  <a:srgbClr val="000000"/>
                </a:solidFill>
                <a:latin typeface="맑은 고딕" charset="0"/>
                <a:ea typeface="맑은 고딕" charset="0"/>
              </a:rPr>
              <a:t>int randsel() (서버): 서버의 숫자 선택을 랜덤하게 골라주는 함수로, 빙고판을 생성할 때와 마찬가지로 visited 배열을 이용해 한 번 골랐던 숫자가 다시 골라지지 않게 처리한다.</a:t>
            </a:r>
            <a:endParaRPr lang="ko-KR" altLang="en-US" sz="2400">
              <a:solidFill>
                <a:srgbClr val="000000"/>
              </a:solidFill>
              <a:latin typeface="맑은 고딕" charset="0"/>
              <a:ea typeface="맑은 고딕"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txBox="1">
            <a:spLocks noGrp="1"/>
          </p:cNvSpPr>
          <p:nvPr>
            <p:ph type="title"/>
          </p:nvPr>
        </p:nvSpPr>
        <p:spPr>
          <a:xfrm>
            <a:off x="609600" y="274955"/>
            <a:ext cx="10974070" cy="1144270"/>
          </a:xfrm>
          <a:prstGeom prst="rect">
            <a:avLst/>
          </a:prstGeom>
        </p:spPr>
        <p:txBody>
          <a:bodyPr vert="horz" wrap="square" lIns="91440" tIns="45720" rIns="91440" bIns="45720" numCol="1" anchor="ctr">
            <a:normAutofit/>
          </a:bodyPr>
          <a:lstStyle/>
          <a:p>
            <a:pPr marL="190500" indent="0" algn="ctr" defTabSz="508000" latinLnBrk="1">
              <a:buFontTx/>
              <a:buNone/>
            </a:pPr>
            <a:r>
              <a:rPr lang="ko-KR" altLang="en-US" sz="4400">
                <a:latin typeface="굴림" charset="0"/>
                <a:ea typeface="굴림" charset="0"/>
                <a:cs typeface="+mj-cs"/>
              </a:rPr>
              <a:t>소프트웨어 구현 내용 및 데모</a:t>
            </a:r>
          </a:p>
        </p:txBody>
      </p:sp>
      <p:sp>
        <p:nvSpPr>
          <p:cNvPr id="3" name="내용 개체 틀 2"/>
          <p:cNvSpPr txBox="1">
            <a:spLocks noGrp="1"/>
          </p:cNvSpPr>
          <p:nvPr>
            <p:ph idx="1"/>
          </p:nvPr>
        </p:nvSpPr>
        <p:spPr>
          <a:xfrm>
            <a:off x="609600" y="1600200"/>
            <a:ext cx="10974070" cy="4527550"/>
          </a:xfrm>
          <a:prstGeom prst="rect">
            <a:avLst/>
          </a:prstGeom>
        </p:spPr>
        <p:txBody>
          <a:bodyPr vert="horz" wrap="square" lIns="91440" tIns="45720" rIns="91440" bIns="45720" numCol="1" anchor="t">
            <a:normAutofit/>
          </a:bodyPr>
          <a:lstStyle/>
          <a:p>
            <a:pPr marL="228600" indent="-228600" latinLnBrk="0">
              <a:buClr>
                <a:srgbClr val="000000"/>
              </a:buClr>
              <a:buFont typeface="맑은 고딕"/>
              <a:buChar char="»"/>
            </a:pPr>
            <a:r>
              <a:rPr lang="ko-KR" sz="2800" b="1">
                <a:solidFill>
                  <a:srgbClr val="000000"/>
                </a:solidFill>
                <a:latin typeface="맑은 고딕" charset="0"/>
                <a:ea typeface="맑은 고딕" charset="0"/>
              </a:rPr>
              <a:t>현실적 제한 요소의 반영 내용 기술</a:t>
            </a:r>
            <a:endParaRPr lang="ko-KR" altLang="en-US" sz="2800" b="1">
              <a:solidFill>
                <a:srgbClr val="000000"/>
              </a:solidFill>
              <a:latin typeface="맑은 고딕" charset="0"/>
              <a:ea typeface="맑은 고딕" charset="0"/>
            </a:endParaRPr>
          </a:p>
          <a:p>
            <a:pPr marL="228600" indent="-228600" latinLnBrk="0">
              <a:buClr>
                <a:srgbClr val="000000"/>
              </a:buClr>
              <a:buFont typeface="Arial"/>
              <a:buChar char="»"/>
            </a:pPr>
            <a:r>
              <a:rPr lang="ko-KR" sz="2400">
                <a:solidFill>
                  <a:srgbClr val="000000"/>
                </a:solidFill>
                <a:latin typeface="맑은 고딕" charset="0"/>
                <a:ea typeface="맑은 고딕" charset="0"/>
              </a:rPr>
              <a:t>Bingo 게임의 특성상 숫자를 선택하는 순서가 지정되어 있으므로, race condition이 발생하지 않았다.</a:t>
            </a:r>
            <a:endParaRPr lang="ko-KR" altLang="en-US" sz="2400">
              <a:solidFill>
                <a:srgbClr val="000000"/>
              </a:solidFill>
              <a:latin typeface="맑은 고딕" charset="0"/>
              <a:ea typeface="맑은 고딕" charset="0"/>
            </a:endParaRPr>
          </a:p>
          <a:p>
            <a:pPr marL="228600" indent="-228600" latinLnBrk="0">
              <a:buClr>
                <a:srgbClr val="000000"/>
              </a:buClr>
              <a:buFont typeface="Arial"/>
              <a:buChar char="»"/>
            </a:pPr>
            <a:r>
              <a:rPr lang="ko-KR" sz="2400">
                <a:solidFill>
                  <a:srgbClr val="000000"/>
                </a:solidFill>
                <a:latin typeface="맑은 고딕" charset="0"/>
                <a:ea typeface="맑은 고딕" charset="0"/>
              </a:rPr>
              <a:t>메모리 사용량을 줄이기 위해 필요 없는 변수들을 제거하였고, 성능 최적화를 위해 시간복잡도가 큰 코드를 최대한 사용하지 않았다.</a:t>
            </a:r>
            <a:endParaRPr lang="ko-KR" altLang="en-US" sz="2400">
              <a:solidFill>
                <a:srgbClr val="000000"/>
              </a:solidFill>
              <a:latin typeface="맑은 고딕" charset="0"/>
              <a:ea typeface="맑은 고딕" charset="0"/>
            </a:endParaRPr>
          </a:p>
          <a:p>
            <a:pPr marL="228600" indent="-228600" latinLnBrk="0">
              <a:buClr>
                <a:srgbClr val="000000"/>
              </a:buClr>
              <a:buFont typeface="Arial"/>
              <a:buChar char="»"/>
            </a:pPr>
            <a:endParaRPr lang="ko-KR" altLang="en-US" sz="2000">
              <a:solidFill>
                <a:srgbClr val="000000"/>
              </a:solidFill>
              <a:latin typeface="맑은 고딕" charset="0"/>
              <a:ea typeface="맑은 고딕"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txBox="1">
            <a:spLocks noGrp="1"/>
          </p:cNvSpPr>
          <p:nvPr>
            <p:ph type="title"/>
          </p:nvPr>
        </p:nvSpPr>
        <p:spPr>
          <a:xfrm>
            <a:off x="609600" y="274955"/>
            <a:ext cx="10974070" cy="1144270"/>
          </a:xfrm>
          <a:prstGeom prst="rect">
            <a:avLst/>
          </a:prstGeom>
        </p:spPr>
        <p:txBody>
          <a:bodyPr vert="horz" wrap="square" lIns="91440" tIns="45720" rIns="91440" bIns="45720" numCol="1" anchor="ctr">
            <a:normAutofit/>
          </a:bodyPr>
          <a:lstStyle/>
          <a:p>
            <a:pPr marL="190500" indent="0" algn="r" defTabSz="508000" latinLnBrk="1">
              <a:buFontTx/>
              <a:buNone/>
            </a:pPr>
            <a:r>
              <a:rPr lang="ko-KR" altLang="en-US" sz="3200">
                <a:latin typeface="굴림" charset="0"/>
                <a:ea typeface="굴림" charset="0"/>
                <a:cs typeface="+mj-cs"/>
              </a:rPr>
              <a:t>소프트웨어 구현 내용 및 데모</a:t>
            </a:r>
          </a:p>
        </p:txBody>
      </p:sp>
      <p:sp>
        <p:nvSpPr>
          <p:cNvPr id="3" name="내용 개체 틀 2"/>
          <p:cNvSpPr txBox="1">
            <a:spLocks noGrp="1"/>
          </p:cNvSpPr>
          <p:nvPr>
            <p:ph idx="1"/>
          </p:nvPr>
        </p:nvSpPr>
        <p:spPr>
          <a:xfrm>
            <a:off x="6889750" y="1745615"/>
            <a:ext cx="4693920" cy="4382135"/>
          </a:xfrm>
          <a:prstGeom prst="rect">
            <a:avLst/>
          </a:prstGeom>
        </p:spPr>
        <p:txBody>
          <a:bodyPr vert="horz" wrap="square" lIns="91440" tIns="45720" rIns="91440" bIns="45720" numCol="1" anchor="t">
            <a:normAutofit/>
          </a:bodyPr>
          <a:lstStyle/>
          <a:p>
            <a:pPr marL="228600" indent="-228600" latinLnBrk="0">
              <a:buClr>
                <a:srgbClr val="000000"/>
              </a:buClr>
              <a:buFont typeface="맑은 고딕"/>
              <a:buChar char="»"/>
            </a:pPr>
            <a:r>
              <a:rPr sz="2000">
                <a:solidFill>
                  <a:srgbClr val="000000"/>
                </a:solidFill>
                <a:latin typeface="맑은 고딕" charset="0"/>
                <a:ea typeface="맑은 고딕" charset="0"/>
              </a:rPr>
              <a:t>데모 시나리오</a:t>
            </a:r>
            <a:endParaRPr lang="ko-KR" altLang="en-US" sz="2000">
              <a:solidFill>
                <a:srgbClr val="000000"/>
              </a:solidFill>
              <a:latin typeface="맑은 고딕" charset="0"/>
              <a:ea typeface="맑은 고딕" charset="0"/>
            </a:endParaRPr>
          </a:p>
        </p:txBody>
      </p:sp>
      <p:pic>
        <p:nvPicPr>
          <p:cNvPr id="4" name="그림 16" descr="C:/Users/tnsgh/AppData/Roaming/PolarisOffice/ETemp/4788_18089792/fImage490931528467.png"/>
          <p:cNvPicPr>
            <a:picLocks noChangeAspect="1"/>
          </p:cNvPicPr>
          <p:nvPr/>
        </p:nvPicPr>
        <p:blipFill rotWithShape="1">
          <a:blip r:embed="rId2" cstate="print">
            <a:extLst>
              <a:ext uri="{28A0092B-C50C-407E-A947-70E740481C1C}">
                <a14:useLocalDpi xmlns:a14="http://schemas.microsoft.com/office/drawing/2010/main" val="0"/>
              </a:ext>
            </a:extLst>
          </a:blip>
          <a:stretch>
            <a:fillRect/>
          </a:stretch>
        </p:blipFill>
        <p:spPr>
          <a:xfrm>
            <a:off x="-9525" y="1905"/>
            <a:ext cx="5287010" cy="686054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txBox="1">
            <a:spLocks noGrp="1"/>
          </p:cNvSpPr>
          <p:nvPr>
            <p:ph type="title"/>
          </p:nvPr>
        </p:nvSpPr>
        <p:spPr>
          <a:xfrm>
            <a:off x="609600" y="274955"/>
            <a:ext cx="10973435" cy="1143635"/>
          </a:xfrm>
          <a:prstGeom prst="rect">
            <a:avLst/>
          </a:prstGeom>
        </p:spPr>
        <p:txBody>
          <a:bodyPr vert="horz" wrap="square" lIns="91440" tIns="45720" rIns="91440" bIns="45720" numCol="1" anchor="ctr">
            <a:normAutofit/>
          </a:bodyPr>
          <a:lstStyle/>
          <a:p>
            <a:pPr marL="190500" indent="0" algn="ctr" defTabSz="508000" latinLnBrk="1">
              <a:buFontTx/>
              <a:buNone/>
            </a:pPr>
            <a:r>
              <a:rPr lang="ko-KR" altLang="en-US" sz="4400">
                <a:latin typeface="굴림" charset="0"/>
                <a:ea typeface="굴림" charset="0"/>
                <a:cs typeface="+mj-cs"/>
              </a:rPr>
              <a:t>소프트웨어 구현 내용 및 데모</a:t>
            </a:r>
          </a:p>
        </p:txBody>
      </p:sp>
      <p:sp>
        <p:nvSpPr>
          <p:cNvPr id="3" name="내용 개체 틀 2"/>
          <p:cNvSpPr txBox="1">
            <a:spLocks noGrp="1"/>
          </p:cNvSpPr>
          <p:nvPr>
            <p:ph idx="1"/>
          </p:nvPr>
        </p:nvSpPr>
        <p:spPr>
          <a:xfrm>
            <a:off x="609600" y="1600200"/>
            <a:ext cx="10974070" cy="4527550"/>
          </a:xfrm>
          <a:prstGeom prst="rect">
            <a:avLst/>
          </a:prstGeom>
        </p:spPr>
        <p:txBody>
          <a:bodyPr vert="horz" wrap="square" lIns="91440" tIns="45720" rIns="91440" bIns="45720" numCol="1" anchor="t">
            <a:normAutofit/>
          </a:bodyPr>
          <a:lstStyle/>
          <a:p>
            <a:pPr marL="228600" indent="-228600" latinLnBrk="0">
              <a:buClr>
                <a:srgbClr val="000000"/>
              </a:buClr>
              <a:buFont typeface="맑은 고딕"/>
              <a:buChar char="»"/>
            </a:pPr>
            <a:endParaRPr lang="ko-KR" altLang="en-US" sz="2400">
              <a:solidFill>
                <a:srgbClr val="000000"/>
              </a:solidFill>
              <a:latin typeface="맑은 고딕" charset="0"/>
              <a:ea typeface="맑은 고딕" charset="0"/>
            </a:endParaRPr>
          </a:p>
        </p:txBody>
      </p:sp>
      <p:pic>
        <p:nvPicPr>
          <p:cNvPr id="4" name="그림 7" descr="C:/Users/tnsgh/AppData/Roaming/PolarisOffice/ETemp/4788_18089792/fImage50930756334.png"/>
          <p:cNvPicPr>
            <a:picLocks noChangeAspect="1"/>
          </p:cNvPicPr>
          <p:nvPr/>
        </p:nvPicPr>
        <p:blipFill rotWithShape="1">
          <a:blip r:embed="rId2" cstate="print">
            <a:extLst>
              <a:ext uri="{28A0092B-C50C-407E-A947-70E740481C1C}">
                <a14:useLocalDpi xmlns:a14="http://schemas.microsoft.com/office/drawing/2010/main" val="0"/>
              </a:ext>
            </a:extLst>
          </a:blip>
          <a:stretch>
            <a:fillRect/>
          </a:stretch>
        </p:blipFill>
        <p:spPr>
          <a:xfrm>
            <a:off x="885190" y="1684020"/>
            <a:ext cx="5877560" cy="4248785"/>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txBox="1">
            <a:spLocks noGrp="1"/>
          </p:cNvSpPr>
          <p:nvPr>
            <p:ph type="title"/>
          </p:nvPr>
        </p:nvSpPr>
        <p:spPr>
          <a:xfrm>
            <a:off x="609600" y="274955"/>
            <a:ext cx="10973435" cy="1143635"/>
          </a:xfrm>
          <a:prstGeom prst="rect">
            <a:avLst/>
          </a:prstGeom>
        </p:spPr>
        <p:txBody>
          <a:bodyPr vert="horz" wrap="square" lIns="91440" tIns="45720" rIns="91440" bIns="45720" numCol="1" anchor="ctr">
            <a:normAutofit/>
          </a:bodyPr>
          <a:lstStyle/>
          <a:p>
            <a:pPr marL="190500" indent="0" algn="ctr" defTabSz="508000" latinLnBrk="1">
              <a:buFontTx/>
              <a:buNone/>
            </a:pPr>
            <a:r>
              <a:rPr lang="ko-KR" altLang="en-US" sz="4400">
                <a:latin typeface="굴림" charset="0"/>
                <a:ea typeface="굴림" charset="0"/>
                <a:cs typeface="+mj-cs"/>
              </a:rPr>
              <a:t>소프트웨어 구현 내용 및 데모</a:t>
            </a:r>
          </a:p>
        </p:txBody>
      </p:sp>
      <p:sp>
        <p:nvSpPr>
          <p:cNvPr id="3" name="내용 개체 틀 2"/>
          <p:cNvSpPr txBox="1">
            <a:spLocks noGrp="1"/>
          </p:cNvSpPr>
          <p:nvPr>
            <p:ph idx="1"/>
          </p:nvPr>
        </p:nvSpPr>
        <p:spPr>
          <a:xfrm>
            <a:off x="609600" y="1600200"/>
            <a:ext cx="10974070" cy="4527550"/>
          </a:xfrm>
          <a:prstGeom prst="rect">
            <a:avLst/>
          </a:prstGeom>
        </p:spPr>
        <p:txBody>
          <a:bodyPr vert="horz" wrap="square" lIns="91440" tIns="45720" rIns="91440" bIns="45720" numCol="1" anchor="t">
            <a:normAutofit/>
          </a:bodyPr>
          <a:lstStyle/>
          <a:p>
            <a:pPr marL="228600" indent="-228600" latinLnBrk="0">
              <a:buClr>
                <a:srgbClr val="000000"/>
              </a:buClr>
              <a:buFont typeface="맑은 고딕"/>
              <a:buChar char="»"/>
            </a:pPr>
            <a:endParaRPr lang="ko-KR" altLang="en-US" sz="2400">
              <a:solidFill>
                <a:srgbClr val="000000"/>
              </a:solidFill>
              <a:latin typeface="맑은 고딕" charset="0"/>
              <a:ea typeface="맑은 고딕" charset="0"/>
            </a:endParaRPr>
          </a:p>
        </p:txBody>
      </p:sp>
      <p:pic>
        <p:nvPicPr>
          <p:cNvPr id="4" name="그림 8" descr="C:/Users/tnsgh/AppData/Roaming/PolarisOffice/ETemp/4788_18089792/fImage502181336500.png"/>
          <p:cNvPicPr>
            <a:picLocks noChangeAspect="1"/>
          </p:cNvPicPr>
          <p:nvPr/>
        </p:nvPicPr>
        <p:blipFill rotWithShape="1">
          <a:blip r:embed="rId2" cstate="print">
            <a:extLst>
              <a:ext uri="{28A0092B-C50C-407E-A947-70E740481C1C}">
                <a14:useLocalDpi xmlns:a14="http://schemas.microsoft.com/office/drawing/2010/main" val="0"/>
              </a:ext>
            </a:extLst>
          </a:blip>
          <a:stretch>
            <a:fillRect/>
          </a:stretch>
        </p:blipFill>
        <p:spPr>
          <a:xfrm>
            <a:off x="739140" y="1931035"/>
            <a:ext cx="6077585" cy="3753485"/>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txBox="1">
            <a:spLocks noGrp="1"/>
          </p:cNvSpPr>
          <p:nvPr>
            <p:ph type="title"/>
          </p:nvPr>
        </p:nvSpPr>
        <p:spPr>
          <a:xfrm>
            <a:off x="609600" y="274955"/>
            <a:ext cx="10974070" cy="1144270"/>
          </a:xfrm>
          <a:prstGeom prst="rect">
            <a:avLst/>
          </a:prstGeom>
        </p:spPr>
        <p:txBody>
          <a:bodyPr vert="horz" wrap="square" lIns="91440" tIns="45720" rIns="91440" bIns="45720" numCol="1" anchor="ctr">
            <a:normAutofit/>
          </a:bodyPr>
          <a:lstStyle/>
          <a:p>
            <a:pPr marL="190500" indent="0" algn="ctr" defTabSz="508000" latinLnBrk="1">
              <a:buFontTx/>
              <a:buNone/>
            </a:pPr>
            <a:r>
              <a:rPr lang="ko-KR" altLang="en-US" sz="4400">
                <a:latin typeface="굴림" charset="0"/>
                <a:ea typeface="굴림" charset="0"/>
                <a:cs typeface="+mj-cs"/>
              </a:rPr>
              <a:t>소프트웨어 구현 내용 및 데모</a:t>
            </a:r>
          </a:p>
        </p:txBody>
      </p:sp>
      <p:sp>
        <p:nvSpPr>
          <p:cNvPr id="3" name="내용 개체 틀 2"/>
          <p:cNvSpPr txBox="1">
            <a:spLocks noGrp="1"/>
          </p:cNvSpPr>
          <p:nvPr>
            <p:ph idx="1"/>
          </p:nvPr>
        </p:nvSpPr>
        <p:spPr>
          <a:xfrm>
            <a:off x="609600" y="1600200"/>
            <a:ext cx="10974070" cy="4527550"/>
          </a:xfrm>
          <a:prstGeom prst="rect">
            <a:avLst/>
          </a:prstGeom>
        </p:spPr>
        <p:txBody>
          <a:bodyPr vert="horz" wrap="square" lIns="91440" tIns="45720" rIns="91440" bIns="45720" numCol="1" anchor="t">
            <a:normAutofit/>
          </a:bodyPr>
          <a:lstStyle/>
          <a:p>
            <a:pPr marL="228600" indent="-228600" latinLnBrk="0">
              <a:buClr>
                <a:srgbClr val="000000"/>
              </a:buClr>
              <a:buFont typeface="맑은 고딕"/>
              <a:buChar char="»"/>
            </a:pPr>
            <a:endParaRPr lang="ko-KR" altLang="en-US" sz="2400">
              <a:solidFill>
                <a:srgbClr val="000000"/>
              </a:solidFill>
              <a:latin typeface="맑은 고딕" charset="0"/>
              <a:ea typeface="맑은 고딕" charset="0"/>
            </a:endParaRPr>
          </a:p>
        </p:txBody>
      </p:sp>
      <p:pic>
        <p:nvPicPr>
          <p:cNvPr id="4" name="그림 9" descr="C:/Users/tnsgh/AppData/Roaming/PolarisOffice/ETemp/4788_18089792/fImage658741349169.png"/>
          <p:cNvPicPr>
            <a:picLocks noChangeAspect="1"/>
          </p:cNvPicPr>
          <p:nvPr/>
        </p:nvPicPr>
        <p:blipFill rotWithShape="1">
          <a:blip r:embed="rId2" cstate="print">
            <a:extLst>
              <a:ext uri="{28A0092B-C50C-407E-A947-70E740481C1C}">
                <a14:useLocalDpi xmlns:a14="http://schemas.microsoft.com/office/drawing/2010/main" val="0"/>
              </a:ext>
            </a:extLst>
          </a:blip>
          <a:stretch>
            <a:fillRect/>
          </a:stretch>
        </p:blipFill>
        <p:spPr>
          <a:xfrm>
            <a:off x="554355" y="1156335"/>
            <a:ext cx="6064885" cy="570611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txBox="1">
            <a:spLocks noGrp="1"/>
          </p:cNvSpPr>
          <p:nvPr>
            <p:ph type="title"/>
          </p:nvPr>
        </p:nvSpPr>
        <p:spPr>
          <a:xfrm>
            <a:off x="609600" y="274955"/>
            <a:ext cx="10974070" cy="1144270"/>
          </a:xfrm>
          <a:prstGeom prst="rect">
            <a:avLst/>
          </a:prstGeom>
        </p:spPr>
        <p:txBody>
          <a:bodyPr vert="horz" wrap="square" lIns="91440" tIns="45720" rIns="91440" bIns="45720" numCol="1" anchor="ctr">
            <a:normAutofit/>
          </a:bodyPr>
          <a:lstStyle/>
          <a:p>
            <a:pPr marL="190500" indent="0" algn="r" defTabSz="508000" latinLnBrk="1">
              <a:buFontTx/>
              <a:buNone/>
            </a:pPr>
            <a:r>
              <a:rPr lang="ko-KR" altLang="en-US" sz="3600">
                <a:latin typeface="굴림" charset="0"/>
                <a:ea typeface="굴림" charset="0"/>
                <a:cs typeface="+mj-cs"/>
              </a:rPr>
              <a:t>소프트웨어 구현 내용 및 데모</a:t>
            </a:r>
          </a:p>
        </p:txBody>
      </p:sp>
      <p:sp>
        <p:nvSpPr>
          <p:cNvPr id="3" name="내용 개체 틀 2"/>
          <p:cNvSpPr txBox="1">
            <a:spLocks noGrp="1"/>
          </p:cNvSpPr>
          <p:nvPr>
            <p:ph idx="1"/>
          </p:nvPr>
        </p:nvSpPr>
        <p:spPr>
          <a:xfrm>
            <a:off x="6889750" y="1892935"/>
            <a:ext cx="4694555" cy="4235450"/>
          </a:xfrm>
          <a:prstGeom prst="rect">
            <a:avLst/>
          </a:prstGeom>
        </p:spPr>
        <p:txBody>
          <a:bodyPr vert="horz" wrap="square" lIns="91440" tIns="45720" rIns="91440" bIns="45720" numCol="1" anchor="t">
            <a:normAutofit/>
          </a:bodyPr>
          <a:lstStyle/>
          <a:p>
            <a:pPr marL="228600" indent="-228600" latinLnBrk="0">
              <a:buClr>
                <a:srgbClr val="000000"/>
              </a:buClr>
              <a:buFont typeface="맑은 고딕"/>
              <a:buChar char="»"/>
            </a:pPr>
            <a:r>
              <a:rPr sz="2000" dirty="0">
                <a:solidFill>
                  <a:srgbClr val="000000"/>
                </a:solidFill>
                <a:latin typeface="맑은 고딕" charset="0"/>
                <a:ea typeface="맑은 고딕" charset="0"/>
              </a:rPr>
              <a:t>게임 진행 중 서버와 클라이언트의 자원 사용량이다. </a:t>
            </a:r>
            <a:endParaRPr lang="ko-KR" altLang="en-US" sz="2000" dirty="0">
              <a:solidFill>
                <a:srgbClr val="000000"/>
              </a:solidFill>
              <a:latin typeface="맑은 고딕" charset="0"/>
              <a:ea typeface="맑은 고딕" charset="0"/>
            </a:endParaRPr>
          </a:p>
          <a:p>
            <a:pPr marL="228600" indent="-228600" latinLnBrk="0">
              <a:buClr>
                <a:srgbClr val="000000"/>
              </a:buClr>
              <a:buFont typeface="맑은 고딕"/>
              <a:buChar char="»"/>
            </a:pPr>
            <a:r>
              <a:rPr sz="2000" dirty="0">
                <a:solidFill>
                  <a:srgbClr val="000000"/>
                </a:solidFill>
                <a:latin typeface="맑은 고딕" charset="0"/>
                <a:ea typeface="맑은 고딕" charset="0"/>
              </a:rPr>
              <a:t>서버에선 전체 메모리 1GB의 0.1%, 클라이언트에선 488KB의 매우 적은 메모리 사용량을 보여준다. </a:t>
            </a:r>
            <a:endParaRPr lang="ko-KR" altLang="en-US" sz="2000" dirty="0">
              <a:solidFill>
                <a:srgbClr val="000000"/>
              </a:solidFill>
              <a:latin typeface="맑은 고딕" charset="0"/>
              <a:ea typeface="맑은 고딕" charset="0"/>
            </a:endParaRPr>
          </a:p>
          <a:p>
            <a:pPr marL="228600" indent="-228600" latinLnBrk="0">
              <a:buClr>
                <a:srgbClr val="000000"/>
              </a:buClr>
              <a:buFont typeface="맑은 고딕"/>
              <a:buChar char="»"/>
            </a:pPr>
            <a:endParaRPr lang="ko-KR" altLang="en-US" sz="2000" dirty="0">
              <a:solidFill>
                <a:srgbClr val="000000"/>
              </a:solidFill>
              <a:latin typeface="맑은 고딕" charset="0"/>
              <a:ea typeface="맑은 고딕" charset="0"/>
            </a:endParaRPr>
          </a:p>
          <a:p>
            <a:pPr marL="228600" indent="-228600" latinLnBrk="0">
              <a:buClr>
                <a:srgbClr val="000000"/>
              </a:buClr>
              <a:buFont typeface="맑은 고딕"/>
              <a:buChar char="»"/>
            </a:pPr>
            <a:r>
              <a:rPr lang="ko-KR" altLang="en-US" sz="2200" dirty="0"/>
              <a:t>빙고판을 최신화 및 확인하는데 걸리는 시간은 거의 </a:t>
            </a:r>
            <a:r>
              <a:rPr lang="en-US" altLang="ko-KR" sz="2200" dirty="0"/>
              <a:t>0</a:t>
            </a:r>
            <a:r>
              <a:rPr lang="ko-KR" altLang="en-US" sz="2200" dirty="0"/>
              <a:t>으로 수렴하였고</a:t>
            </a:r>
            <a:r>
              <a:rPr lang="en-US" altLang="ko-KR" sz="2200" dirty="0"/>
              <a:t>, </a:t>
            </a:r>
            <a:r>
              <a:rPr lang="ko-KR" altLang="en-US" sz="2200" dirty="0"/>
              <a:t>서버와 클라이언트 사이의 데이터를 송수신할 때는 상대적으로 더 걸렸다</a:t>
            </a:r>
            <a:r>
              <a:rPr lang="en-US" altLang="ko-KR" sz="2200" dirty="0"/>
              <a:t>.</a:t>
            </a:r>
            <a:r>
              <a:rPr lang="ko-KR" altLang="en-US" sz="2200" dirty="0"/>
              <a:t> </a:t>
            </a:r>
            <a:endParaRPr lang="ko-KR" altLang="en-US" sz="2200" dirty="0">
              <a:solidFill>
                <a:srgbClr val="000000"/>
              </a:solidFill>
              <a:latin typeface="맑은 고딕" charset="0"/>
              <a:ea typeface="맑은 고딕" charset="0"/>
            </a:endParaRPr>
          </a:p>
        </p:txBody>
      </p:sp>
      <p:pic>
        <p:nvPicPr>
          <p:cNvPr id="4" name="그림 13"/>
          <p:cNvPicPr>
            <a:picLocks noChangeAspect="1"/>
          </p:cNvPicPr>
          <p:nvPr/>
        </p:nvPicPr>
        <p:blipFill rotWithShape="1">
          <a:blip r:embed="rId2" cstate="hqprint">
            <a:extLst>
              <a:ext uri="{28A0092B-C50C-407E-A947-70E740481C1C}">
                <a14:useLocalDpi xmlns:a14="http://schemas.microsoft.com/office/drawing/2010/main"/>
              </a:ext>
            </a:extLst>
          </a:blip>
          <a:stretch>
            <a:fillRect/>
          </a:stretch>
        </p:blipFill>
        <p:spPr>
          <a:xfrm>
            <a:off x="49530" y="53340"/>
            <a:ext cx="4729480" cy="5847715"/>
          </a:xfrm>
          <a:prstGeom prst="rect">
            <a:avLst/>
          </a:prstGeom>
          <a:noFill/>
        </p:spPr>
      </p:pic>
      <p:pic>
        <p:nvPicPr>
          <p:cNvPr id="5" name="그림 3" descr="C:/Users/tnsgh/AppData/Roaming/PolarisOffice/ETemp/17860_17026624/fImage81969141.png"/>
          <p:cNvPicPr>
            <a:picLocks noChangeAspect="1"/>
          </p:cNvPicPr>
          <p:nvPr/>
        </p:nvPicPr>
        <p:blipFill rotWithShape="1">
          <a:blip r:embed="rId3" cstate="hqprint">
            <a:extLst>
              <a:ext uri="{28A0092B-C50C-407E-A947-70E740481C1C}">
                <a14:useLocalDpi xmlns:a14="http://schemas.microsoft.com/office/drawing/2010/main"/>
              </a:ext>
            </a:extLst>
          </a:blip>
          <a:stretch>
            <a:fillRect/>
          </a:stretch>
        </p:blipFill>
        <p:spPr>
          <a:xfrm>
            <a:off x="1607185" y="1893570"/>
            <a:ext cx="4154170" cy="276352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txBox="1">
            <a:spLocks noGrp="1"/>
          </p:cNvSpPr>
          <p:nvPr>
            <p:ph type="title"/>
          </p:nvPr>
        </p:nvSpPr>
        <p:spPr>
          <a:xfrm>
            <a:off x="609600" y="274955"/>
            <a:ext cx="10973435" cy="1143635"/>
          </a:xfrm>
          <a:prstGeom prst="rect">
            <a:avLst/>
          </a:prstGeom>
        </p:spPr>
        <p:txBody>
          <a:bodyPr vert="horz" wrap="square" lIns="91440" tIns="45720" rIns="91440" bIns="45720" numCol="1" anchor="ctr">
            <a:normAutofit/>
          </a:bodyPr>
          <a:lstStyle/>
          <a:p>
            <a:pPr marL="190500" indent="0" algn="ctr" defTabSz="508000" latinLnBrk="1">
              <a:buFontTx/>
              <a:buNone/>
            </a:pPr>
            <a:r>
              <a:rPr lang="ko-KR" altLang="en-US" sz="4400">
                <a:latin typeface="굴림" charset="0"/>
                <a:ea typeface="굴림" charset="0"/>
                <a:cs typeface="+mj-cs"/>
              </a:rPr>
              <a:t>결론 및 총평</a:t>
            </a:r>
          </a:p>
        </p:txBody>
      </p:sp>
      <p:sp>
        <p:nvSpPr>
          <p:cNvPr id="3" name="내용 개체 틀 2"/>
          <p:cNvSpPr txBox="1">
            <a:spLocks noGrp="1"/>
          </p:cNvSpPr>
          <p:nvPr>
            <p:ph idx="1"/>
          </p:nvPr>
        </p:nvSpPr>
        <p:spPr>
          <a:xfrm>
            <a:off x="609600" y="1600200"/>
            <a:ext cx="10974070" cy="4527550"/>
          </a:xfrm>
          <a:prstGeom prst="rect">
            <a:avLst/>
          </a:prstGeom>
        </p:spPr>
        <p:txBody>
          <a:bodyPr vert="horz" wrap="square" lIns="91440" tIns="45720" rIns="91440" bIns="45720" numCol="1" anchor="t">
            <a:normAutofit/>
          </a:bodyPr>
          <a:lstStyle/>
          <a:p>
            <a:pPr marL="228600" indent="-228600" latinLnBrk="0">
              <a:lnSpc>
                <a:spcPct val="114999"/>
              </a:lnSpc>
              <a:buClr>
                <a:srgbClr val="000000"/>
              </a:buClr>
              <a:buFont typeface="맑은 고딕"/>
              <a:buChar char="»"/>
            </a:pPr>
            <a:r>
              <a:rPr sz="2000">
                <a:solidFill>
                  <a:srgbClr val="000000"/>
                </a:solidFill>
                <a:latin typeface="맑은 고딕" charset="0"/>
                <a:ea typeface="맑은 고딕" charset="0"/>
              </a:rPr>
              <a:t>두 조원 모두 네트워크 프로그램을 작성해 보는 것이 처음이라 시작부터 난항을 겪었다. 프로젝트가 시작되고 수 주가 지나서야 겨우 두 가지의 다른 소켓을 연결시키는데 성공했으며 거기서부터 알고 있는 지식을 활용하여 코드를 쌓아 올렸다.</a:t>
            </a:r>
            <a:endParaRPr lang="ko-KR" altLang="en-US" sz="2000">
              <a:solidFill>
                <a:srgbClr val="000000"/>
              </a:solidFill>
              <a:latin typeface="맑은 고딕" charset="0"/>
              <a:ea typeface="맑은 고딕" charset="0"/>
            </a:endParaRPr>
          </a:p>
          <a:p>
            <a:pPr marL="228600" indent="-228600" latinLnBrk="0">
              <a:lnSpc>
                <a:spcPct val="114999"/>
              </a:lnSpc>
              <a:buClr>
                <a:srgbClr val="000000"/>
              </a:buClr>
              <a:buFont typeface="맑은 고딕"/>
              <a:buChar char="»"/>
            </a:pPr>
            <a:r>
              <a:rPr sz="2000">
                <a:solidFill>
                  <a:srgbClr val="000000"/>
                </a:solidFill>
                <a:latin typeface="맑은 고딕" charset="0"/>
                <a:ea typeface="맑은 고딕" charset="0"/>
              </a:rPr>
              <a:t>인터넷을 전혀 참고하지 않고 강의 시간에 배우고 이해한 내용들을 기반으로 우리가 구현하고자 했던 내용들을 코드로 옮겨 적었으나, 서버와 클라이언트가 각각 다른 소켓, 다른 언어로 작성되어서 그런지 계속된 버그와 맞지 않는 문법 오류로 우리를 힘들게 했다.</a:t>
            </a:r>
            <a:endParaRPr lang="ko-KR" altLang="en-US" sz="2000">
              <a:solidFill>
                <a:srgbClr val="000000"/>
              </a:solidFill>
              <a:latin typeface="맑은 고딕" charset="0"/>
              <a:ea typeface="맑은 고딕" charset="0"/>
            </a:endParaRPr>
          </a:p>
          <a:p>
            <a:pPr marL="228600" indent="-228600" latinLnBrk="0">
              <a:lnSpc>
                <a:spcPct val="114999"/>
              </a:lnSpc>
              <a:buClr>
                <a:srgbClr val="000000"/>
              </a:buClr>
              <a:buFont typeface="맑은 고딕"/>
              <a:buChar char="»"/>
            </a:pPr>
            <a:r>
              <a:rPr sz="2000">
                <a:solidFill>
                  <a:srgbClr val="000000"/>
                </a:solidFill>
                <a:latin typeface="맑은 고딕" charset="0"/>
                <a:ea typeface="맑은 고딕" charset="0"/>
              </a:rPr>
              <a:t>결국 계획과 목표를 수정해서 과제 가이드라인에는 미치지 못하는 결과물이 나왔지만, 포기하지 않고 두 조원이 노력하여 최대한의 결과물을 뽑아냈다는 데에 의미를 두고 싶다.</a:t>
            </a:r>
            <a:endParaRPr lang="ko-KR" altLang="en-US" sz="2000">
              <a:solidFill>
                <a:srgbClr val="000000"/>
              </a:solidFill>
              <a:latin typeface="맑은 고딕" charset="0"/>
              <a:ea typeface="맑은 고딕"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txBox="1">
            <a:spLocks noGrp="1"/>
          </p:cNvSpPr>
          <p:nvPr>
            <p:ph type="title"/>
          </p:nvPr>
        </p:nvSpPr>
        <p:spPr>
          <a:xfrm>
            <a:off x="609600" y="274955"/>
            <a:ext cx="10974070" cy="1144270"/>
          </a:xfrm>
          <a:prstGeom prst="rect">
            <a:avLst/>
          </a:prstGeom>
        </p:spPr>
        <p:txBody>
          <a:bodyPr vert="horz" wrap="square" lIns="91440" tIns="45720" rIns="91440" bIns="45720" numCol="1" anchor="ctr">
            <a:normAutofit/>
          </a:bodyPr>
          <a:lstStyle/>
          <a:p>
            <a:pPr marL="190500" indent="0" algn="ctr" defTabSz="508000" latinLnBrk="1">
              <a:buFontTx/>
              <a:buNone/>
            </a:pPr>
            <a:r>
              <a:rPr lang="ko-KR" altLang="en-US" sz="4400">
                <a:latin typeface="굴림" charset="0"/>
                <a:ea typeface="굴림" charset="0"/>
                <a:cs typeface="+mj-cs"/>
              </a:rPr>
              <a:t>끝</a:t>
            </a:r>
          </a:p>
        </p:txBody>
      </p:sp>
      <p:sp>
        <p:nvSpPr>
          <p:cNvPr id="3" name="내용 개체 틀 2"/>
          <p:cNvSpPr txBox="1">
            <a:spLocks noGrp="1"/>
          </p:cNvSpPr>
          <p:nvPr>
            <p:ph idx="1"/>
          </p:nvPr>
        </p:nvSpPr>
        <p:spPr>
          <a:xfrm>
            <a:off x="609600" y="1600200"/>
            <a:ext cx="10974070" cy="4527550"/>
          </a:xfrm>
          <a:prstGeom prst="rect">
            <a:avLst/>
          </a:prstGeom>
        </p:spPr>
        <p:txBody>
          <a:bodyPr vert="horz" wrap="square" lIns="91440" tIns="45720" rIns="91440" bIns="45720" numCol="1" anchor="t">
            <a:normAutofit/>
          </a:bodyPr>
          <a:lstStyle/>
          <a:p>
            <a:pPr marL="228600" indent="-228600" latinLnBrk="0">
              <a:lnSpc>
                <a:spcPct val="114999"/>
              </a:lnSpc>
              <a:buClr>
                <a:srgbClr val="000000"/>
              </a:buClr>
              <a:buFont typeface="맑은 고딕"/>
              <a:buChar char="»"/>
            </a:pPr>
            <a:endParaRPr lang="ko-KR" altLang="en-US" sz="2000" dirty="0">
              <a:solidFill>
                <a:srgbClr val="000000"/>
              </a:solidFill>
              <a:latin typeface="맑은 고딕" charset="0"/>
              <a:ea typeface="맑은 고딕" charset="0"/>
            </a:endParaRPr>
          </a:p>
          <a:p>
            <a:pPr marL="228600" indent="-228600" algn="ctr" latinLnBrk="0">
              <a:lnSpc>
                <a:spcPct val="114999"/>
              </a:lnSpc>
            </a:pPr>
            <a:endParaRPr lang="ko-KR" altLang="en-US" sz="2000" dirty="0">
              <a:solidFill>
                <a:srgbClr val="000000"/>
              </a:solidFill>
              <a:latin typeface="맑은 고딕" charset="0"/>
              <a:ea typeface="맑은 고딕" charset="0"/>
            </a:endParaRPr>
          </a:p>
          <a:p>
            <a:pPr marL="228600" indent="-228600" algn="ctr" latinLnBrk="0">
              <a:lnSpc>
                <a:spcPct val="114999"/>
              </a:lnSpc>
            </a:pPr>
            <a:endParaRPr lang="ko-KR" altLang="en-US" sz="2000" dirty="0">
              <a:solidFill>
                <a:srgbClr val="000000"/>
              </a:solidFill>
              <a:latin typeface="맑은 고딕" charset="0"/>
              <a:ea typeface="맑은 고딕" charset="0"/>
            </a:endParaRPr>
          </a:p>
          <a:p>
            <a:pPr marL="228600" indent="-228600" algn="ctr" latinLnBrk="0">
              <a:lnSpc>
                <a:spcPct val="114999"/>
              </a:lnSpc>
            </a:pPr>
            <a:endParaRPr lang="ko-KR" altLang="en-US" sz="2000" dirty="0">
              <a:solidFill>
                <a:srgbClr val="000000"/>
              </a:solidFill>
              <a:latin typeface="맑은 고딕" charset="0"/>
              <a:ea typeface="맑은 고딕" charset="0"/>
            </a:endParaRPr>
          </a:p>
          <a:p>
            <a:pPr marL="0" indent="0" algn="ctr" latinLnBrk="0">
              <a:lnSpc>
                <a:spcPct val="114999"/>
              </a:lnSpc>
              <a:buNone/>
            </a:pPr>
            <a:r>
              <a:rPr lang="ko-KR" sz="4000" dirty="0">
                <a:solidFill>
                  <a:srgbClr val="000000"/>
                </a:solidFill>
                <a:latin typeface="맑은 고딕" charset="0"/>
                <a:ea typeface="맑은 고딕" charset="0"/>
              </a:rPr>
              <a:t>감사합니다!</a:t>
            </a:r>
            <a:endParaRPr lang="ko-KR" altLang="en-US" sz="4000" dirty="0">
              <a:solidFill>
                <a:srgbClr val="000000"/>
              </a:solidFill>
              <a:latin typeface="맑은 고딕" charset="0"/>
              <a:ea typeface="맑은 고딕" charset="0"/>
            </a:endParaRPr>
          </a:p>
        </p:txBody>
      </p:sp>
    </p:spTree>
  </p:cSld>
  <p:clrMapOvr>
    <a:masterClrMapping/>
  </p:clrMapOvr>
</p:sld>
</file>

<file path=ppt/theme/theme1.xml><?xml version="1.0" encoding="utf-8"?>
<a:theme xmlns:a="http://schemas.openxmlformats.org/drawingml/2006/main" name="theme patter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 pattern" id="{F21CBC20-20EB-4F0B-89DB-E60D6F526821}" vid="{0DDB8F2A-9DD4-4DA8-9436-972CF50F0DBB}"/>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Pages>15</Pages>
  <Words>851</Words>
  <Characters>0</Characters>
  <Application>Microsoft Office PowerPoint</Application>
  <DocSecurity>0</DocSecurity>
  <PresentationFormat>와이드스크린</PresentationFormat>
  <Lines>0</Lines>
  <Paragraphs>62</Paragraphs>
  <Slides>15</Slides>
  <Notes>1</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15</vt:i4>
      </vt:variant>
    </vt:vector>
  </HeadingPairs>
  <TitlesOfParts>
    <vt:vector size="20" baseType="lpstr">
      <vt:lpstr>굴림</vt:lpstr>
      <vt:lpstr>맑은 고딕</vt:lpstr>
      <vt:lpstr>Arial</vt:lpstr>
      <vt:lpstr>Times New Roman</vt:lpstr>
      <vt:lpstr>theme pattern</vt:lpstr>
      <vt:lpstr>네트워크프로그래밍 설계과제 최종발표 서버와 클라이언트 간의 빙고게임</vt:lpstr>
      <vt:lpstr>문제 정의 및 요구사항 분석(1) - 문제 정의 및 설계 과제 목표</vt:lpstr>
      <vt:lpstr>문제 정의 및 요구사항 분석(2) - 요구사항 분석</vt:lpstr>
      <vt:lpstr>소프트웨어 설계(1)</vt:lpstr>
      <vt:lpstr>소프트웨어 설계(2)</vt:lpstr>
      <vt:lpstr>소프트웨어 설계(3)</vt:lpstr>
      <vt:lpstr>소프트웨어 구현 내용 및 데모</vt:lpstr>
      <vt:lpstr>소프트웨어 구현 내용 및 데모</vt:lpstr>
      <vt:lpstr>소프트웨어 구현 내용 및 데모</vt:lpstr>
      <vt:lpstr>소프트웨어 구현 내용 및 데모</vt:lpstr>
      <vt:lpstr>소프트웨어 구현 내용 및 데모</vt:lpstr>
      <vt:lpstr>소프트웨어 구현 내용 및 데모</vt:lpstr>
      <vt:lpstr>소프트웨어 구현 내용 및 데모</vt:lpstr>
      <vt:lpstr>결론 및 총평</vt:lpstr>
      <vt:lpstr>끝</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순 메</dc:creator>
  <cp:lastModifiedBy>/컴퓨터공학전공/학생 권순호</cp:lastModifiedBy>
  <cp:revision>6</cp:revision>
  <dcterms:modified xsi:type="dcterms:W3CDTF">2021-05-31T12:52:55Z</dcterms:modified>
  <cp:version>9.103.83.44230</cp:version>
</cp:coreProperties>
</file>